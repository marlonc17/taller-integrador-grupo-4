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82" r:id="rId5"/>
    <p:sldId id="259" r:id="rId6"/>
    <p:sldId id="262" r:id="rId7"/>
    <p:sldId id="264" r:id="rId8"/>
    <p:sldId id="265" r:id="rId9"/>
    <p:sldId id="266" r:id="rId10"/>
    <p:sldId id="267" r:id="rId11"/>
    <p:sldId id="273" r:id="rId12"/>
    <p:sldId id="276" r:id="rId13"/>
    <p:sldId id="274" r:id="rId14"/>
    <p:sldId id="271" r:id="rId15"/>
    <p:sldId id="279" r:id="rId16"/>
    <p:sldId id="278" r:id="rId17"/>
    <p:sldId id="281" r:id="rId18"/>
    <p:sldId id="280" r:id="rId19"/>
    <p:sldId id="270" r:id="rId20"/>
    <p:sldId id="272" r:id="rId21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5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CEC84E-947A-53ED-0658-F5CB0677A78A}" v="64" dt="2026-04-23T14:24:34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977" autoAdjust="0"/>
  </p:normalViewPr>
  <p:slideViewPr>
    <p:cSldViewPr snapToGrid="0">
      <p:cViewPr varScale="1">
        <p:scale>
          <a:sx n="58" d="100"/>
          <a:sy n="58" d="100"/>
        </p:scale>
        <p:origin x="9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8CFC10-71F7-4E4C-8A07-B3EEDC4768D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DF29BB4-40C8-4681-90A4-076F14A29358}">
      <dgm:prSet/>
      <dgm:spPr/>
      <dgm:t>
        <a:bodyPr/>
        <a:lstStyle/>
        <a:p>
          <a:r>
            <a:rPr lang="es-CR" dirty="0"/>
            <a:t>Rastreo vehicular tradicional:</a:t>
          </a:r>
        </a:p>
        <a:p>
          <a:r>
            <a:rPr lang="es-CR" dirty="0"/>
            <a:t>-Depende de red celular</a:t>
          </a:r>
        </a:p>
        <a:p>
          <a:r>
            <a:rPr lang="es-CR" dirty="0"/>
            <a:t>-Alto consumo energético</a:t>
          </a:r>
        </a:p>
        <a:p>
          <a:r>
            <a:rPr lang="es-CR" dirty="0"/>
            <a:t>-Costos operativos</a:t>
          </a:r>
          <a:endParaRPr lang="en-US" dirty="0"/>
        </a:p>
      </dgm:t>
    </dgm:pt>
    <dgm:pt modelId="{8607456C-F827-42F3-91AB-CD3F4CF3066F}" type="parTrans" cxnId="{DB1D4F11-AE5F-4658-B3CC-6F1E0D152A87}">
      <dgm:prSet/>
      <dgm:spPr/>
      <dgm:t>
        <a:bodyPr/>
        <a:lstStyle/>
        <a:p>
          <a:endParaRPr lang="en-US"/>
        </a:p>
      </dgm:t>
    </dgm:pt>
    <dgm:pt modelId="{261A2058-EC99-4B72-A903-69080E04102D}" type="sibTrans" cxnId="{DB1D4F11-AE5F-4658-B3CC-6F1E0D152A87}">
      <dgm:prSet/>
      <dgm:spPr/>
      <dgm:t>
        <a:bodyPr/>
        <a:lstStyle/>
        <a:p>
          <a:endParaRPr lang="en-US"/>
        </a:p>
      </dgm:t>
    </dgm:pt>
    <dgm:pt modelId="{87514FCE-7C9C-42C8-BA69-F5876EFFD28D}">
      <dgm:prSet/>
      <dgm:spPr/>
      <dgm:t>
        <a:bodyPr/>
        <a:lstStyle/>
        <a:p>
          <a:r>
            <a:rPr lang="es-CR" dirty="0"/>
            <a:t>Necesidad:</a:t>
          </a:r>
        </a:p>
        <a:p>
          <a:r>
            <a:rPr lang="es-CR" dirty="0"/>
            <a:t>-Bajo consumo</a:t>
          </a:r>
        </a:p>
        <a:p>
          <a:r>
            <a:rPr lang="es-CR" dirty="0"/>
            <a:t>-Largo alcance</a:t>
          </a:r>
        </a:p>
        <a:p>
          <a:r>
            <a:rPr lang="es-CR" dirty="0"/>
            <a:t>-Independiente de infraestructura</a:t>
          </a:r>
          <a:endParaRPr lang="en-US" dirty="0"/>
        </a:p>
      </dgm:t>
    </dgm:pt>
    <dgm:pt modelId="{298CAC72-45CD-46F3-84F7-5E0CCAB55775}" type="parTrans" cxnId="{3D4950AF-A0CD-4A37-92A7-1D4215EAA703}">
      <dgm:prSet/>
      <dgm:spPr/>
      <dgm:t>
        <a:bodyPr/>
        <a:lstStyle/>
        <a:p>
          <a:endParaRPr lang="en-US"/>
        </a:p>
      </dgm:t>
    </dgm:pt>
    <dgm:pt modelId="{4197EAA0-BF9B-496B-A572-FE8D8F5456EC}" type="sibTrans" cxnId="{3D4950AF-A0CD-4A37-92A7-1D4215EAA703}">
      <dgm:prSet/>
      <dgm:spPr/>
      <dgm:t>
        <a:bodyPr/>
        <a:lstStyle/>
        <a:p>
          <a:endParaRPr lang="en-US"/>
        </a:p>
      </dgm:t>
    </dgm:pt>
    <dgm:pt modelId="{B9BB627B-BB3B-4FD3-9EB1-E7646D9E413C}" type="pres">
      <dgm:prSet presAssocID="{C38CFC10-71F7-4E4C-8A07-B3EEDC4768D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BAAC75-7A23-4CD1-94FB-36608C3E3F8D}" type="pres">
      <dgm:prSet presAssocID="{BDF29BB4-40C8-4681-90A4-076F14A29358}" presName="hierRoot1" presStyleCnt="0"/>
      <dgm:spPr/>
    </dgm:pt>
    <dgm:pt modelId="{16115CA0-A8D2-408B-AB98-77AC4C205B3A}" type="pres">
      <dgm:prSet presAssocID="{BDF29BB4-40C8-4681-90A4-076F14A29358}" presName="composite" presStyleCnt="0"/>
      <dgm:spPr/>
    </dgm:pt>
    <dgm:pt modelId="{CBFF86E3-37AF-40B2-AD44-BF7148D1FB09}" type="pres">
      <dgm:prSet presAssocID="{BDF29BB4-40C8-4681-90A4-076F14A29358}" presName="background" presStyleLbl="node0" presStyleIdx="0" presStyleCnt="2"/>
      <dgm:spPr/>
    </dgm:pt>
    <dgm:pt modelId="{1AF653FA-BE4D-4076-A88A-8385658AE32D}" type="pres">
      <dgm:prSet presAssocID="{BDF29BB4-40C8-4681-90A4-076F14A29358}" presName="text" presStyleLbl="fgAcc0" presStyleIdx="0" presStyleCnt="2">
        <dgm:presLayoutVars>
          <dgm:chPref val="3"/>
        </dgm:presLayoutVars>
      </dgm:prSet>
      <dgm:spPr/>
    </dgm:pt>
    <dgm:pt modelId="{DEFD092A-845C-4749-A4A3-1C680E311FE4}" type="pres">
      <dgm:prSet presAssocID="{BDF29BB4-40C8-4681-90A4-076F14A29358}" presName="hierChild2" presStyleCnt="0"/>
      <dgm:spPr/>
    </dgm:pt>
    <dgm:pt modelId="{808E18AC-3FA5-4B7F-BB3B-0BB4504BDC34}" type="pres">
      <dgm:prSet presAssocID="{87514FCE-7C9C-42C8-BA69-F5876EFFD28D}" presName="hierRoot1" presStyleCnt="0"/>
      <dgm:spPr/>
    </dgm:pt>
    <dgm:pt modelId="{5BAA55BD-57B7-4E8D-891D-5409DBB6F517}" type="pres">
      <dgm:prSet presAssocID="{87514FCE-7C9C-42C8-BA69-F5876EFFD28D}" presName="composite" presStyleCnt="0"/>
      <dgm:spPr/>
    </dgm:pt>
    <dgm:pt modelId="{F2E81B4B-AAAF-45B0-AF25-FFE67C959E35}" type="pres">
      <dgm:prSet presAssocID="{87514FCE-7C9C-42C8-BA69-F5876EFFD28D}" presName="background" presStyleLbl="node0" presStyleIdx="1" presStyleCnt="2"/>
      <dgm:spPr/>
    </dgm:pt>
    <dgm:pt modelId="{614A253D-611A-485E-85FC-44FF029E8821}" type="pres">
      <dgm:prSet presAssocID="{87514FCE-7C9C-42C8-BA69-F5876EFFD28D}" presName="text" presStyleLbl="fgAcc0" presStyleIdx="1" presStyleCnt="2">
        <dgm:presLayoutVars>
          <dgm:chPref val="3"/>
        </dgm:presLayoutVars>
      </dgm:prSet>
      <dgm:spPr/>
    </dgm:pt>
    <dgm:pt modelId="{FDA55F0B-1FAE-4408-9FE8-DAA120FE041F}" type="pres">
      <dgm:prSet presAssocID="{87514FCE-7C9C-42C8-BA69-F5876EFFD28D}" presName="hierChild2" presStyleCnt="0"/>
      <dgm:spPr/>
    </dgm:pt>
  </dgm:ptLst>
  <dgm:cxnLst>
    <dgm:cxn modelId="{09132E05-55E9-44AF-BB72-9FAB21E76A09}" type="presOf" srcId="{C38CFC10-71F7-4E4C-8A07-B3EEDC4768D1}" destId="{B9BB627B-BB3B-4FD3-9EB1-E7646D9E413C}" srcOrd="0" destOrd="0" presId="urn:microsoft.com/office/officeart/2005/8/layout/hierarchy1"/>
    <dgm:cxn modelId="{DB1D4F11-AE5F-4658-B3CC-6F1E0D152A87}" srcId="{C38CFC10-71F7-4E4C-8A07-B3EEDC4768D1}" destId="{BDF29BB4-40C8-4681-90A4-076F14A29358}" srcOrd="0" destOrd="0" parTransId="{8607456C-F827-42F3-91AB-CD3F4CF3066F}" sibTransId="{261A2058-EC99-4B72-A903-69080E04102D}"/>
    <dgm:cxn modelId="{3D4950AF-A0CD-4A37-92A7-1D4215EAA703}" srcId="{C38CFC10-71F7-4E4C-8A07-B3EEDC4768D1}" destId="{87514FCE-7C9C-42C8-BA69-F5876EFFD28D}" srcOrd="1" destOrd="0" parTransId="{298CAC72-45CD-46F3-84F7-5E0CCAB55775}" sibTransId="{4197EAA0-BF9B-496B-A572-FE8D8F5456EC}"/>
    <dgm:cxn modelId="{7AD5CADC-B48D-486B-8795-D77A154F380F}" type="presOf" srcId="{BDF29BB4-40C8-4681-90A4-076F14A29358}" destId="{1AF653FA-BE4D-4076-A88A-8385658AE32D}" srcOrd="0" destOrd="0" presId="urn:microsoft.com/office/officeart/2005/8/layout/hierarchy1"/>
    <dgm:cxn modelId="{2B42B1F4-15E4-4041-A256-C7870E41F29E}" type="presOf" srcId="{87514FCE-7C9C-42C8-BA69-F5876EFFD28D}" destId="{614A253D-611A-485E-85FC-44FF029E8821}" srcOrd="0" destOrd="0" presId="urn:microsoft.com/office/officeart/2005/8/layout/hierarchy1"/>
    <dgm:cxn modelId="{058D0569-02B9-4928-B95D-3BC91DD018F9}" type="presParOf" srcId="{B9BB627B-BB3B-4FD3-9EB1-E7646D9E413C}" destId="{2DBAAC75-7A23-4CD1-94FB-36608C3E3F8D}" srcOrd="0" destOrd="0" presId="urn:microsoft.com/office/officeart/2005/8/layout/hierarchy1"/>
    <dgm:cxn modelId="{069DF977-B248-470F-923F-E511F8E5DB4B}" type="presParOf" srcId="{2DBAAC75-7A23-4CD1-94FB-36608C3E3F8D}" destId="{16115CA0-A8D2-408B-AB98-77AC4C205B3A}" srcOrd="0" destOrd="0" presId="urn:microsoft.com/office/officeart/2005/8/layout/hierarchy1"/>
    <dgm:cxn modelId="{2A42DB35-E6CF-448D-B929-3D3DA5CF6118}" type="presParOf" srcId="{16115CA0-A8D2-408B-AB98-77AC4C205B3A}" destId="{CBFF86E3-37AF-40B2-AD44-BF7148D1FB09}" srcOrd="0" destOrd="0" presId="urn:microsoft.com/office/officeart/2005/8/layout/hierarchy1"/>
    <dgm:cxn modelId="{9480DEF1-B401-4F20-AFF8-160F819FC55C}" type="presParOf" srcId="{16115CA0-A8D2-408B-AB98-77AC4C205B3A}" destId="{1AF653FA-BE4D-4076-A88A-8385658AE32D}" srcOrd="1" destOrd="0" presId="urn:microsoft.com/office/officeart/2005/8/layout/hierarchy1"/>
    <dgm:cxn modelId="{963E7E3C-F722-440C-8A20-7BA44B517670}" type="presParOf" srcId="{2DBAAC75-7A23-4CD1-94FB-36608C3E3F8D}" destId="{DEFD092A-845C-4749-A4A3-1C680E311FE4}" srcOrd="1" destOrd="0" presId="urn:microsoft.com/office/officeart/2005/8/layout/hierarchy1"/>
    <dgm:cxn modelId="{E6D2CE9C-5976-4850-A721-0BD6FBCFB8D3}" type="presParOf" srcId="{B9BB627B-BB3B-4FD3-9EB1-E7646D9E413C}" destId="{808E18AC-3FA5-4B7F-BB3B-0BB4504BDC34}" srcOrd="1" destOrd="0" presId="urn:microsoft.com/office/officeart/2005/8/layout/hierarchy1"/>
    <dgm:cxn modelId="{944D0398-267B-4EB4-90AD-012786FDF97B}" type="presParOf" srcId="{808E18AC-3FA5-4B7F-BB3B-0BB4504BDC34}" destId="{5BAA55BD-57B7-4E8D-891D-5409DBB6F517}" srcOrd="0" destOrd="0" presId="urn:microsoft.com/office/officeart/2005/8/layout/hierarchy1"/>
    <dgm:cxn modelId="{FF858D4E-3161-4CA2-8AEF-2FA77883B8AB}" type="presParOf" srcId="{5BAA55BD-57B7-4E8D-891D-5409DBB6F517}" destId="{F2E81B4B-AAAF-45B0-AF25-FFE67C959E35}" srcOrd="0" destOrd="0" presId="urn:microsoft.com/office/officeart/2005/8/layout/hierarchy1"/>
    <dgm:cxn modelId="{8FB7488A-BCC6-4CAD-8A7C-830EA4BF1312}" type="presParOf" srcId="{5BAA55BD-57B7-4E8D-891D-5409DBB6F517}" destId="{614A253D-611A-485E-85FC-44FF029E8821}" srcOrd="1" destOrd="0" presId="urn:microsoft.com/office/officeart/2005/8/layout/hierarchy1"/>
    <dgm:cxn modelId="{28F00393-6629-443C-8A28-06AC641545A1}" type="presParOf" srcId="{808E18AC-3FA5-4B7F-BB3B-0BB4504BDC34}" destId="{FDA55F0B-1FAE-4408-9FE8-DAA120FE041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ECFEB9-5A54-440B-81E9-731E53AE7B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104BC8-ABE7-451F-BA87-AF11750D685B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Adquirir coordenadas geográficas mediante GPS.</a:t>
          </a:r>
          <a:endParaRPr lang="en-US"/>
        </a:p>
      </dgm:t>
    </dgm:pt>
    <dgm:pt modelId="{70FCABE5-D964-473D-85E5-F3A4BD37A749}" type="parTrans" cxnId="{BBE5465A-3850-4C33-A518-21E90DD45F29}">
      <dgm:prSet/>
      <dgm:spPr/>
      <dgm:t>
        <a:bodyPr/>
        <a:lstStyle/>
        <a:p>
          <a:endParaRPr lang="en-US"/>
        </a:p>
      </dgm:t>
    </dgm:pt>
    <dgm:pt modelId="{108D0873-8EDC-4772-BA8D-E57924A58DBE}" type="sibTrans" cxnId="{BBE5465A-3850-4C33-A518-21E90DD45F29}">
      <dgm:prSet/>
      <dgm:spPr/>
      <dgm:t>
        <a:bodyPr/>
        <a:lstStyle/>
        <a:p>
          <a:endParaRPr lang="en-US"/>
        </a:p>
      </dgm:t>
    </dgm:pt>
    <dgm:pt modelId="{4A6C0B5B-A5A9-46CD-A9F7-82A7F68325D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Transmitir información utilizando tecnología LoRa.</a:t>
          </a:r>
          <a:endParaRPr lang="en-US"/>
        </a:p>
      </dgm:t>
    </dgm:pt>
    <dgm:pt modelId="{50093500-9652-4360-8560-757542E383FD}" type="parTrans" cxnId="{DF75A654-716A-4E5C-8762-D49FBD92126B}">
      <dgm:prSet/>
      <dgm:spPr/>
      <dgm:t>
        <a:bodyPr/>
        <a:lstStyle/>
        <a:p>
          <a:endParaRPr lang="en-US"/>
        </a:p>
      </dgm:t>
    </dgm:pt>
    <dgm:pt modelId="{09060220-E254-4970-B0ED-FAB1FEC5BA4A}" type="sibTrans" cxnId="{DF75A654-716A-4E5C-8762-D49FBD92126B}">
      <dgm:prSet/>
      <dgm:spPr/>
      <dgm:t>
        <a:bodyPr/>
        <a:lstStyle/>
        <a:p>
          <a:endParaRPr lang="en-US"/>
        </a:p>
      </dgm:t>
    </dgm:pt>
    <dgm:pt modelId="{8B26571E-AE7C-4592-A649-860F41C6F44C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Implementar una FSM para control y manejo de errores.</a:t>
          </a:r>
          <a:endParaRPr lang="en-US"/>
        </a:p>
      </dgm:t>
    </dgm:pt>
    <dgm:pt modelId="{B0393921-4137-4733-8448-1053DF42BF63}" type="parTrans" cxnId="{BC712BF8-4027-4117-BFCE-DC6D949E5C1A}">
      <dgm:prSet/>
      <dgm:spPr/>
      <dgm:t>
        <a:bodyPr/>
        <a:lstStyle/>
        <a:p>
          <a:endParaRPr lang="en-US"/>
        </a:p>
      </dgm:t>
    </dgm:pt>
    <dgm:pt modelId="{53FEAD9F-AC06-469F-B375-3CA84636AA3F}" type="sibTrans" cxnId="{BC712BF8-4027-4117-BFCE-DC6D949E5C1A}">
      <dgm:prSet/>
      <dgm:spPr/>
      <dgm:t>
        <a:bodyPr/>
        <a:lstStyle/>
        <a:p>
          <a:endParaRPr lang="en-US"/>
        </a:p>
      </dgm:t>
    </dgm:pt>
    <dgm:pt modelId="{646CBDFC-0E38-4E92-A044-2A7F2033D14B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Optimizar el consumo energético mediante el AXP2101.</a:t>
          </a:r>
          <a:endParaRPr lang="en-US"/>
        </a:p>
      </dgm:t>
    </dgm:pt>
    <dgm:pt modelId="{8FC836AE-4022-4D7A-8D1F-9399731AE928}" type="parTrans" cxnId="{93158C70-5E5A-4E0F-B153-6DE2CF62F049}">
      <dgm:prSet/>
      <dgm:spPr/>
      <dgm:t>
        <a:bodyPr/>
        <a:lstStyle/>
        <a:p>
          <a:endParaRPr lang="en-US"/>
        </a:p>
      </dgm:t>
    </dgm:pt>
    <dgm:pt modelId="{F279F65E-E4D7-4042-A2CF-451E8E959A2C}" type="sibTrans" cxnId="{93158C70-5E5A-4E0F-B153-6DE2CF62F049}">
      <dgm:prSet/>
      <dgm:spPr/>
      <dgm:t>
        <a:bodyPr/>
        <a:lstStyle/>
        <a:p>
          <a:endParaRPr lang="en-US"/>
        </a:p>
      </dgm:t>
    </dgm:pt>
    <dgm:pt modelId="{0DD2C431-D1DF-405A-BB2D-0FC1974FC2CD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Analizar la autonomía bajo distintos escenarios de operación</a:t>
          </a:r>
          <a:endParaRPr lang="en-US"/>
        </a:p>
      </dgm:t>
    </dgm:pt>
    <dgm:pt modelId="{E2E384BB-5C33-489C-9D32-4622BA2DE331}" type="parTrans" cxnId="{F7FA3FE9-AD43-4F69-B412-A32916DE1AA6}">
      <dgm:prSet/>
      <dgm:spPr/>
      <dgm:t>
        <a:bodyPr/>
        <a:lstStyle/>
        <a:p>
          <a:endParaRPr lang="en-US"/>
        </a:p>
      </dgm:t>
    </dgm:pt>
    <dgm:pt modelId="{CC29D879-7BD7-4F5F-A7B5-8521320F1BA0}" type="sibTrans" cxnId="{F7FA3FE9-AD43-4F69-B412-A32916DE1AA6}">
      <dgm:prSet/>
      <dgm:spPr/>
      <dgm:t>
        <a:bodyPr/>
        <a:lstStyle/>
        <a:p>
          <a:endParaRPr lang="en-US"/>
        </a:p>
      </dgm:t>
    </dgm:pt>
    <dgm:pt modelId="{B764DC81-BB51-49EE-B0A4-968B8D0FBDC2}" type="pres">
      <dgm:prSet presAssocID="{42ECFEB9-5A54-440B-81E9-731E53AE7B3F}" presName="root" presStyleCnt="0">
        <dgm:presLayoutVars>
          <dgm:dir/>
          <dgm:resizeHandles val="exact"/>
        </dgm:presLayoutVars>
      </dgm:prSet>
      <dgm:spPr/>
    </dgm:pt>
    <dgm:pt modelId="{55ACD5B6-969A-42FF-8AE6-B1AC487F5C59}" type="pres">
      <dgm:prSet presAssocID="{CD104BC8-ABE7-451F-BA87-AF11750D685B}" presName="compNode" presStyleCnt="0"/>
      <dgm:spPr/>
    </dgm:pt>
    <dgm:pt modelId="{1AC508D8-D5A9-468D-A7B9-2C8C027356C1}" type="pres">
      <dgm:prSet presAssocID="{CD104BC8-ABE7-451F-BA87-AF11750D685B}" presName="bgRect" presStyleLbl="bgShp" presStyleIdx="0" presStyleCnt="5"/>
      <dgm:spPr/>
    </dgm:pt>
    <dgm:pt modelId="{9ADF6639-9B83-4572-A772-D72303C11C12}" type="pres">
      <dgm:prSet presAssocID="{CD104BC8-ABE7-451F-BA87-AF11750D685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14244AFE-80F1-4DC0-A7A8-881893527D44}" type="pres">
      <dgm:prSet presAssocID="{CD104BC8-ABE7-451F-BA87-AF11750D685B}" presName="spaceRect" presStyleCnt="0"/>
      <dgm:spPr/>
    </dgm:pt>
    <dgm:pt modelId="{EAE58933-B07F-4E3A-A6D4-0482E7F0FCEF}" type="pres">
      <dgm:prSet presAssocID="{CD104BC8-ABE7-451F-BA87-AF11750D685B}" presName="parTx" presStyleLbl="revTx" presStyleIdx="0" presStyleCnt="5">
        <dgm:presLayoutVars>
          <dgm:chMax val="0"/>
          <dgm:chPref val="0"/>
        </dgm:presLayoutVars>
      </dgm:prSet>
      <dgm:spPr/>
    </dgm:pt>
    <dgm:pt modelId="{22CEFFB3-DAE7-466C-B52D-1CEDB234B284}" type="pres">
      <dgm:prSet presAssocID="{108D0873-8EDC-4772-BA8D-E57924A58DBE}" presName="sibTrans" presStyleCnt="0"/>
      <dgm:spPr/>
    </dgm:pt>
    <dgm:pt modelId="{F1856767-2F0C-47B1-B2D9-12F8108A0F15}" type="pres">
      <dgm:prSet presAssocID="{4A6C0B5B-A5A9-46CD-A9F7-82A7F68325DD}" presName="compNode" presStyleCnt="0"/>
      <dgm:spPr/>
    </dgm:pt>
    <dgm:pt modelId="{73FF2392-0167-4000-BC57-870AE066DE36}" type="pres">
      <dgm:prSet presAssocID="{4A6C0B5B-A5A9-46CD-A9F7-82A7F68325DD}" presName="bgRect" presStyleLbl="bgShp" presStyleIdx="1" presStyleCnt="5"/>
      <dgm:spPr/>
    </dgm:pt>
    <dgm:pt modelId="{3DB8ABC3-A44B-4366-A48F-7B6B31EC49C3}" type="pres">
      <dgm:prSet presAssocID="{4A6C0B5B-A5A9-46CD-A9F7-82A7F68325D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alámbrico"/>
        </a:ext>
      </dgm:extLst>
    </dgm:pt>
    <dgm:pt modelId="{C9CD6C69-D217-4D0A-91AB-B23E46E0445A}" type="pres">
      <dgm:prSet presAssocID="{4A6C0B5B-A5A9-46CD-A9F7-82A7F68325DD}" presName="spaceRect" presStyleCnt="0"/>
      <dgm:spPr/>
    </dgm:pt>
    <dgm:pt modelId="{6BEC21E2-79FE-44C9-BF95-56BCFC7C8536}" type="pres">
      <dgm:prSet presAssocID="{4A6C0B5B-A5A9-46CD-A9F7-82A7F68325DD}" presName="parTx" presStyleLbl="revTx" presStyleIdx="1" presStyleCnt="5">
        <dgm:presLayoutVars>
          <dgm:chMax val="0"/>
          <dgm:chPref val="0"/>
        </dgm:presLayoutVars>
      </dgm:prSet>
      <dgm:spPr/>
    </dgm:pt>
    <dgm:pt modelId="{996D00DC-F0BC-4155-A011-5967FD7ABB27}" type="pres">
      <dgm:prSet presAssocID="{09060220-E254-4970-B0ED-FAB1FEC5BA4A}" presName="sibTrans" presStyleCnt="0"/>
      <dgm:spPr/>
    </dgm:pt>
    <dgm:pt modelId="{DDAE083A-E37D-4EC5-A17B-22A47EFC08BA}" type="pres">
      <dgm:prSet presAssocID="{8B26571E-AE7C-4592-A649-860F41C6F44C}" presName="compNode" presStyleCnt="0"/>
      <dgm:spPr/>
    </dgm:pt>
    <dgm:pt modelId="{6ED81113-A2FB-486A-9CA2-09EDF69131A5}" type="pres">
      <dgm:prSet presAssocID="{8B26571E-AE7C-4592-A649-860F41C6F44C}" presName="bgRect" presStyleLbl="bgShp" presStyleIdx="2" presStyleCnt="5"/>
      <dgm:spPr/>
    </dgm:pt>
    <dgm:pt modelId="{A2B25848-19FB-4D08-9A50-B2EAF4EAE498}" type="pres">
      <dgm:prSet presAssocID="{8B26571E-AE7C-4592-A649-860F41C6F44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secto"/>
        </a:ext>
      </dgm:extLst>
    </dgm:pt>
    <dgm:pt modelId="{238F6606-3786-48DB-AFC1-237A5270E748}" type="pres">
      <dgm:prSet presAssocID="{8B26571E-AE7C-4592-A649-860F41C6F44C}" presName="spaceRect" presStyleCnt="0"/>
      <dgm:spPr/>
    </dgm:pt>
    <dgm:pt modelId="{C7C738C2-E982-4E9B-A2EF-82D62356985F}" type="pres">
      <dgm:prSet presAssocID="{8B26571E-AE7C-4592-A649-860F41C6F44C}" presName="parTx" presStyleLbl="revTx" presStyleIdx="2" presStyleCnt="5">
        <dgm:presLayoutVars>
          <dgm:chMax val="0"/>
          <dgm:chPref val="0"/>
        </dgm:presLayoutVars>
      </dgm:prSet>
      <dgm:spPr/>
    </dgm:pt>
    <dgm:pt modelId="{6D5FBA4B-E86F-4659-8847-679592617C04}" type="pres">
      <dgm:prSet presAssocID="{53FEAD9F-AC06-469F-B375-3CA84636AA3F}" presName="sibTrans" presStyleCnt="0"/>
      <dgm:spPr/>
    </dgm:pt>
    <dgm:pt modelId="{6ADF23EF-F6B0-43AC-9E78-D0D662BF4C2E}" type="pres">
      <dgm:prSet presAssocID="{646CBDFC-0E38-4E92-A044-2A7F2033D14B}" presName="compNode" presStyleCnt="0"/>
      <dgm:spPr/>
    </dgm:pt>
    <dgm:pt modelId="{727011F4-6883-41C8-B546-5E0F84F06E8B}" type="pres">
      <dgm:prSet presAssocID="{646CBDFC-0E38-4E92-A044-2A7F2033D14B}" presName="bgRect" presStyleLbl="bgShp" presStyleIdx="3" presStyleCnt="5"/>
      <dgm:spPr/>
    </dgm:pt>
    <dgm:pt modelId="{E55DD7C6-3789-489D-946E-4B0DAC40933D}" type="pres">
      <dgm:prSet presAssocID="{646CBDFC-0E38-4E92-A044-2A7F2033D14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16478122-09B3-47EE-8D0E-81CF3A8E56E9}" type="pres">
      <dgm:prSet presAssocID="{646CBDFC-0E38-4E92-A044-2A7F2033D14B}" presName="spaceRect" presStyleCnt="0"/>
      <dgm:spPr/>
    </dgm:pt>
    <dgm:pt modelId="{35FBDCA0-5B4B-40E3-B313-01E3499CC8F2}" type="pres">
      <dgm:prSet presAssocID="{646CBDFC-0E38-4E92-A044-2A7F2033D14B}" presName="parTx" presStyleLbl="revTx" presStyleIdx="3" presStyleCnt="5">
        <dgm:presLayoutVars>
          <dgm:chMax val="0"/>
          <dgm:chPref val="0"/>
        </dgm:presLayoutVars>
      </dgm:prSet>
      <dgm:spPr/>
    </dgm:pt>
    <dgm:pt modelId="{42EE16C3-E5CD-46A4-AEF4-C5B5839C2725}" type="pres">
      <dgm:prSet presAssocID="{F279F65E-E4D7-4042-A2CF-451E8E959A2C}" presName="sibTrans" presStyleCnt="0"/>
      <dgm:spPr/>
    </dgm:pt>
    <dgm:pt modelId="{9F95C742-03D2-48A4-A199-CF34BAB676A3}" type="pres">
      <dgm:prSet presAssocID="{0DD2C431-D1DF-405A-BB2D-0FC1974FC2CD}" presName="compNode" presStyleCnt="0"/>
      <dgm:spPr/>
    </dgm:pt>
    <dgm:pt modelId="{84E6F4D4-9F29-4A3B-A19F-158A64D70C45}" type="pres">
      <dgm:prSet presAssocID="{0DD2C431-D1DF-405A-BB2D-0FC1974FC2CD}" presName="bgRect" presStyleLbl="bgShp" presStyleIdx="4" presStyleCnt="5"/>
      <dgm:spPr/>
    </dgm:pt>
    <dgm:pt modelId="{534A8333-22DD-4AEF-853A-4F1F41783A2A}" type="pres">
      <dgm:prSet presAssocID="{0DD2C431-D1DF-405A-BB2D-0FC1974FC2C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7497B92-D707-4FE9-A4FD-4AF26B888F3F}" type="pres">
      <dgm:prSet presAssocID="{0DD2C431-D1DF-405A-BB2D-0FC1974FC2CD}" presName="spaceRect" presStyleCnt="0"/>
      <dgm:spPr/>
    </dgm:pt>
    <dgm:pt modelId="{F5C7AFBE-FD5B-4CAD-9418-B711B86DC9BA}" type="pres">
      <dgm:prSet presAssocID="{0DD2C431-D1DF-405A-BB2D-0FC1974FC2C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E93010B-C75F-40F5-950F-E58FF0DA4E72}" type="presOf" srcId="{646CBDFC-0E38-4E92-A044-2A7F2033D14B}" destId="{35FBDCA0-5B4B-40E3-B313-01E3499CC8F2}" srcOrd="0" destOrd="0" presId="urn:microsoft.com/office/officeart/2018/2/layout/IconVerticalSolidList"/>
    <dgm:cxn modelId="{92EE3D3D-E56F-4CB7-9798-DBBED70933C8}" type="presOf" srcId="{4A6C0B5B-A5A9-46CD-A9F7-82A7F68325DD}" destId="{6BEC21E2-79FE-44C9-BF95-56BCFC7C8536}" srcOrd="0" destOrd="0" presId="urn:microsoft.com/office/officeart/2018/2/layout/IconVerticalSolidList"/>
    <dgm:cxn modelId="{83962768-AABF-4A74-B831-4BD41587D045}" type="presOf" srcId="{8B26571E-AE7C-4592-A649-860F41C6F44C}" destId="{C7C738C2-E982-4E9B-A2EF-82D62356985F}" srcOrd="0" destOrd="0" presId="urn:microsoft.com/office/officeart/2018/2/layout/IconVerticalSolidList"/>
    <dgm:cxn modelId="{93158C70-5E5A-4E0F-B153-6DE2CF62F049}" srcId="{42ECFEB9-5A54-440B-81E9-731E53AE7B3F}" destId="{646CBDFC-0E38-4E92-A044-2A7F2033D14B}" srcOrd="3" destOrd="0" parTransId="{8FC836AE-4022-4D7A-8D1F-9399731AE928}" sibTransId="{F279F65E-E4D7-4042-A2CF-451E8E959A2C}"/>
    <dgm:cxn modelId="{DC752651-143E-4F19-A9C9-6BD42EFF8EE5}" type="presOf" srcId="{0DD2C431-D1DF-405A-BB2D-0FC1974FC2CD}" destId="{F5C7AFBE-FD5B-4CAD-9418-B711B86DC9BA}" srcOrd="0" destOrd="0" presId="urn:microsoft.com/office/officeart/2018/2/layout/IconVerticalSolidList"/>
    <dgm:cxn modelId="{DF75A654-716A-4E5C-8762-D49FBD92126B}" srcId="{42ECFEB9-5A54-440B-81E9-731E53AE7B3F}" destId="{4A6C0B5B-A5A9-46CD-A9F7-82A7F68325DD}" srcOrd="1" destOrd="0" parTransId="{50093500-9652-4360-8560-757542E383FD}" sibTransId="{09060220-E254-4970-B0ED-FAB1FEC5BA4A}"/>
    <dgm:cxn modelId="{BBE5465A-3850-4C33-A518-21E90DD45F29}" srcId="{42ECFEB9-5A54-440B-81E9-731E53AE7B3F}" destId="{CD104BC8-ABE7-451F-BA87-AF11750D685B}" srcOrd="0" destOrd="0" parTransId="{70FCABE5-D964-473D-85E5-F3A4BD37A749}" sibTransId="{108D0873-8EDC-4772-BA8D-E57924A58DBE}"/>
    <dgm:cxn modelId="{C25FEDA2-AD01-46FD-8E84-73D5F8ACC3D5}" type="presOf" srcId="{CD104BC8-ABE7-451F-BA87-AF11750D685B}" destId="{EAE58933-B07F-4E3A-A6D4-0482E7F0FCEF}" srcOrd="0" destOrd="0" presId="urn:microsoft.com/office/officeart/2018/2/layout/IconVerticalSolidList"/>
    <dgm:cxn modelId="{F098F3BB-BF33-43B2-8474-63A8202B1643}" type="presOf" srcId="{42ECFEB9-5A54-440B-81E9-731E53AE7B3F}" destId="{B764DC81-BB51-49EE-B0A4-968B8D0FBDC2}" srcOrd="0" destOrd="0" presId="urn:microsoft.com/office/officeart/2018/2/layout/IconVerticalSolidList"/>
    <dgm:cxn modelId="{F7FA3FE9-AD43-4F69-B412-A32916DE1AA6}" srcId="{42ECFEB9-5A54-440B-81E9-731E53AE7B3F}" destId="{0DD2C431-D1DF-405A-BB2D-0FC1974FC2CD}" srcOrd="4" destOrd="0" parTransId="{E2E384BB-5C33-489C-9D32-4622BA2DE331}" sibTransId="{CC29D879-7BD7-4F5F-A7B5-8521320F1BA0}"/>
    <dgm:cxn modelId="{BC712BF8-4027-4117-BFCE-DC6D949E5C1A}" srcId="{42ECFEB9-5A54-440B-81E9-731E53AE7B3F}" destId="{8B26571E-AE7C-4592-A649-860F41C6F44C}" srcOrd="2" destOrd="0" parTransId="{B0393921-4137-4733-8448-1053DF42BF63}" sibTransId="{53FEAD9F-AC06-469F-B375-3CA84636AA3F}"/>
    <dgm:cxn modelId="{24B8AA3C-16AE-4ECB-A27B-091DCBC167E4}" type="presParOf" srcId="{B764DC81-BB51-49EE-B0A4-968B8D0FBDC2}" destId="{55ACD5B6-969A-42FF-8AE6-B1AC487F5C59}" srcOrd="0" destOrd="0" presId="urn:microsoft.com/office/officeart/2018/2/layout/IconVerticalSolidList"/>
    <dgm:cxn modelId="{F28F4FB8-D094-48FC-A730-8DF2E9923929}" type="presParOf" srcId="{55ACD5B6-969A-42FF-8AE6-B1AC487F5C59}" destId="{1AC508D8-D5A9-468D-A7B9-2C8C027356C1}" srcOrd="0" destOrd="0" presId="urn:microsoft.com/office/officeart/2018/2/layout/IconVerticalSolidList"/>
    <dgm:cxn modelId="{F34820BC-C7BA-4390-8893-9D08AFA01451}" type="presParOf" srcId="{55ACD5B6-969A-42FF-8AE6-B1AC487F5C59}" destId="{9ADF6639-9B83-4572-A772-D72303C11C12}" srcOrd="1" destOrd="0" presId="urn:microsoft.com/office/officeart/2018/2/layout/IconVerticalSolidList"/>
    <dgm:cxn modelId="{7BCE6600-B5D1-4574-835C-DC73B16B9D1F}" type="presParOf" srcId="{55ACD5B6-969A-42FF-8AE6-B1AC487F5C59}" destId="{14244AFE-80F1-4DC0-A7A8-881893527D44}" srcOrd="2" destOrd="0" presId="urn:microsoft.com/office/officeart/2018/2/layout/IconVerticalSolidList"/>
    <dgm:cxn modelId="{752512BF-BCF9-4923-94BF-63FD617EC043}" type="presParOf" srcId="{55ACD5B6-969A-42FF-8AE6-B1AC487F5C59}" destId="{EAE58933-B07F-4E3A-A6D4-0482E7F0FCEF}" srcOrd="3" destOrd="0" presId="urn:microsoft.com/office/officeart/2018/2/layout/IconVerticalSolidList"/>
    <dgm:cxn modelId="{A52D80BE-F347-4F14-9E69-E8543BC23194}" type="presParOf" srcId="{B764DC81-BB51-49EE-B0A4-968B8D0FBDC2}" destId="{22CEFFB3-DAE7-466C-B52D-1CEDB234B284}" srcOrd="1" destOrd="0" presId="urn:microsoft.com/office/officeart/2018/2/layout/IconVerticalSolidList"/>
    <dgm:cxn modelId="{E314C22F-09CA-4720-AD1F-5849D9610D8A}" type="presParOf" srcId="{B764DC81-BB51-49EE-B0A4-968B8D0FBDC2}" destId="{F1856767-2F0C-47B1-B2D9-12F8108A0F15}" srcOrd="2" destOrd="0" presId="urn:microsoft.com/office/officeart/2018/2/layout/IconVerticalSolidList"/>
    <dgm:cxn modelId="{78D8EC89-5F53-4CB4-9C4A-47CCF6A839A1}" type="presParOf" srcId="{F1856767-2F0C-47B1-B2D9-12F8108A0F15}" destId="{73FF2392-0167-4000-BC57-870AE066DE36}" srcOrd="0" destOrd="0" presId="urn:microsoft.com/office/officeart/2018/2/layout/IconVerticalSolidList"/>
    <dgm:cxn modelId="{4E0265E0-C592-449D-B1DF-3DEF712824A5}" type="presParOf" srcId="{F1856767-2F0C-47B1-B2D9-12F8108A0F15}" destId="{3DB8ABC3-A44B-4366-A48F-7B6B31EC49C3}" srcOrd="1" destOrd="0" presId="urn:microsoft.com/office/officeart/2018/2/layout/IconVerticalSolidList"/>
    <dgm:cxn modelId="{A1631D9A-834A-45C7-82D5-E75FADDF79C6}" type="presParOf" srcId="{F1856767-2F0C-47B1-B2D9-12F8108A0F15}" destId="{C9CD6C69-D217-4D0A-91AB-B23E46E0445A}" srcOrd="2" destOrd="0" presId="urn:microsoft.com/office/officeart/2018/2/layout/IconVerticalSolidList"/>
    <dgm:cxn modelId="{C8C7B386-89FC-4D8D-8148-9A3C04887C9A}" type="presParOf" srcId="{F1856767-2F0C-47B1-B2D9-12F8108A0F15}" destId="{6BEC21E2-79FE-44C9-BF95-56BCFC7C8536}" srcOrd="3" destOrd="0" presId="urn:microsoft.com/office/officeart/2018/2/layout/IconVerticalSolidList"/>
    <dgm:cxn modelId="{70BE601F-D8C1-44BC-A77C-4A5F8DBFD182}" type="presParOf" srcId="{B764DC81-BB51-49EE-B0A4-968B8D0FBDC2}" destId="{996D00DC-F0BC-4155-A011-5967FD7ABB27}" srcOrd="3" destOrd="0" presId="urn:microsoft.com/office/officeart/2018/2/layout/IconVerticalSolidList"/>
    <dgm:cxn modelId="{9EE44EFB-315B-4C74-BAEB-7F6D20990FDC}" type="presParOf" srcId="{B764DC81-BB51-49EE-B0A4-968B8D0FBDC2}" destId="{DDAE083A-E37D-4EC5-A17B-22A47EFC08BA}" srcOrd="4" destOrd="0" presId="urn:microsoft.com/office/officeart/2018/2/layout/IconVerticalSolidList"/>
    <dgm:cxn modelId="{C3DD7ED9-FE39-4DA8-8020-FED63A15C8A6}" type="presParOf" srcId="{DDAE083A-E37D-4EC5-A17B-22A47EFC08BA}" destId="{6ED81113-A2FB-486A-9CA2-09EDF69131A5}" srcOrd="0" destOrd="0" presId="urn:microsoft.com/office/officeart/2018/2/layout/IconVerticalSolidList"/>
    <dgm:cxn modelId="{219A1556-AD2D-405D-86FE-84AC19443A2F}" type="presParOf" srcId="{DDAE083A-E37D-4EC5-A17B-22A47EFC08BA}" destId="{A2B25848-19FB-4D08-9A50-B2EAF4EAE498}" srcOrd="1" destOrd="0" presId="urn:microsoft.com/office/officeart/2018/2/layout/IconVerticalSolidList"/>
    <dgm:cxn modelId="{073764DD-7059-4853-B397-E6295CE1175A}" type="presParOf" srcId="{DDAE083A-E37D-4EC5-A17B-22A47EFC08BA}" destId="{238F6606-3786-48DB-AFC1-237A5270E748}" srcOrd="2" destOrd="0" presId="urn:microsoft.com/office/officeart/2018/2/layout/IconVerticalSolidList"/>
    <dgm:cxn modelId="{3D71609D-8341-4504-A59D-E2E88A02756B}" type="presParOf" srcId="{DDAE083A-E37D-4EC5-A17B-22A47EFC08BA}" destId="{C7C738C2-E982-4E9B-A2EF-82D62356985F}" srcOrd="3" destOrd="0" presId="urn:microsoft.com/office/officeart/2018/2/layout/IconVerticalSolidList"/>
    <dgm:cxn modelId="{71D5408D-812F-4CE3-B933-CBE03452EAC0}" type="presParOf" srcId="{B764DC81-BB51-49EE-B0A4-968B8D0FBDC2}" destId="{6D5FBA4B-E86F-4659-8847-679592617C04}" srcOrd="5" destOrd="0" presId="urn:microsoft.com/office/officeart/2018/2/layout/IconVerticalSolidList"/>
    <dgm:cxn modelId="{086A4E13-2A03-4B1C-9A08-F84E8678A28F}" type="presParOf" srcId="{B764DC81-BB51-49EE-B0A4-968B8D0FBDC2}" destId="{6ADF23EF-F6B0-43AC-9E78-D0D662BF4C2E}" srcOrd="6" destOrd="0" presId="urn:microsoft.com/office/officeart/2018/2/layout/IconVerticalSolidList"/>
    <dgm:cxn modelId="{C6984D3C-52C5-4746-9D06-1D1B60ABA512}" type="presParOf" srcId="{6ADF23EF-F6B0-43AC-9E78-D0D662BF4C2E}" destId="{727011F4-6883-41C8-B546-5E0F84F06E8B}" srcOrd="0" destOrd="0" presId="urn:microsoft.com/office/officeart/2018/2/layout/IconVerticalSolidList"/>
    <dgm:cxn modelId="{8FDBC6BB-33F3-45D4-B587-E8D5AB495700}" type="presParOf" srcId="{6ADF23EF-F6B0-43AC-9E78-D0D662BF4C2E}" destId="{E55DD7C6-3789-489D-946E-4B0DAC40933D}" srcOrd="1" destOrd="0" presId="urn:microsoft.com/office/officeart/2018/2/layout/IconVerticalSolidList"/>
    <dgm:cxn modelId="{BE3680E3-14EF-4F64-95E2-102CEDB02EBA}" type="presParOf" srcId="{6ADF23EF-F6B0-43AC-9E78-D0D662BF4C2E}" destId="{16478122-09B3-47EE-8D0E-81CF3A8E56E9}" srcOrd="2" destOrd="0" presId="urn:microsoft.com/office/officeart/2018/2/layout/IconVerticalSolidList"/>
    <dgm:cxn modelId="{6C473D14-41B7-42DC-913E-76DB221EEF10}" type="presParOf" srcId="{6ADF23EF-F6B0-43AC-9E78-D0D662BF4C2E}" destId="{35FBDCA0-5B4B-40E3-B313-01E3499CC8F2}" srcOrd="3" destOrd="0" presId="urn:microsoft.com/office/officeart/2018/2/layout/IconVerticalSolidList"/>
    <dgm:cxn modelId="{1AC4FACC-A173-4E98-81BB-58456BC93DB7}" type="presParOf" srcId="{B764DC81-BB51-49EE-B0A4-968B8D0FBDC2}" destId="{42EE16C3-E5CD-46A4-AEF4-C5B5839C2725}" srcOrd="7" destOrd="0" presId="urn:microsoft.com/office/officeart/2018/2/layout/IconVerticalSolidList"/>
    <dgm:cxn modelId="{7E36E9F7-78CC-4659-9016-B97372585ED3}" type="presParOf" srcId="{B764DC81-BB51-49EE-B0A4-968B8D0FBDC2}" destId="{9F95C742-03D2-48A4-A199-CF34BAB676A3}" srcOrd="8" destOrd="0" presId="urn:microsoft.com/office/officeart/2018/2/layout/IconVerticalSolidList"/>
    <dgm:cxn modelId="{E96DF81D-9DD7-4A36-98BB-70AAA8B53CA6}" type="presParOf" srcId="{9F95C742-03D2-48A4-A199-CF34BAB676A3}" destId="{84E6F4D4-9F29-4A3B-A19F-158A64D70C45}" srcOrd="0" destOrd="0" presId="urn:microsoft.com/office/officeart/2018/2/layout/IconVerticalSolidList"/>
    <dgm:cxn modelId="{4B8838EE-9066-4AFB-954B-00C4F3F779C4}" type="presParOf" srcId="{9F95C742-03D2-48A4-A199-CF34BAB676A3}" destId="{534A8333-22DD-4AEF-853A-4F1F41783A2A}" srcOrd="1" destOrd="0" presId="urn:microsoft.com/office/officeart/2018/2/layout/IconVerticalSolidList"/>
    <dgm:cxn modelId="{7A9129BB-2322-4795-9A26-7E06018B0640}" type="presParOf" srcId="{9F95C742-03D2-48A4-A199-CF34BAB676A3}" destId="{77497B92-D707-4FE9-A4FD-4AF26B888F3F}" srcOrd="2" destOrd="0" presId="urn:microsoft.com/office/officeart/2018/2/layout/IconVerticalSolidList"/>
    <dgm:cxn modelId="{0929CBA6-52D0-496C-8A5B-B913502ECDA3}" type="presParOf" srcId="{9F95C742-03D2-48A4-A199-CF34BAB676A3}" destId="{F5C7AFBE-FD5B-4CAD-9418-B711B86DC9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F86E3-37AF-40B2-AD44-BF7148D1FB09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653FA-BE4D-4076-A88A-8385658AE32D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Rastreo vehicular tradicional: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-Depende de red celular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-Alto consumo energético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-Costos operativos</a:t>
          </a:r>
          <a:endParaRPr lang="en-US" sz="2700" kern="1200" dirty="0"/>
        </a:p>
      </dsp:txBody>
      <dsp:txXfrm>
        <a:off x="696297" y="538547"/>
        <a:ext cx="4171627" cy="2590157"/>
      </dsp:txXfrm>
    </dsp:sp>
    <dsp:sp modelId="{F2E81B4B-AAAF-45B0-AF25-FFE67C959E3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A253D-611A-485E-85FC-44FF029E8821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Necesidad: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-Bajo consumo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-Largo alcance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-Independiente de infraestructura</a:t>
          </a:r>
          <a:endParaRPr lang="en-US" sz="2700" kern="1200" dirty="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508D8-D5A9-468D-A7B9-2C8C027356C1}">
      <dsp:nvSpPr>
        <dsp:cNvPr id="0" name=""/>
        <dsp:cNvSpPr/>
      </dsp:nvSpPr>
      <dsp:spPr>
        <a:xfrm>
          <a:off x="0" y="4332"/>
          <a:ext cx="6555347" cy="92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F6639-9B83-4572-A772-D72303C11C12}">
      <dsp:nvSpPr>
        <dsp:cNvPr id="0" name=""/>
        <dsp:cNvSpPr/>
      </dsp:nvSpPr>
      <dsp:spPr>
        <a:xfrm>
          <a:off x="279176" y="211984"/>
          <a:ext cx="507593" cy="507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58933-B07F-4E3A-A6D4-0482E7F0FCEF}">
      <dsp:nvSpPr>
        <dsp:cNvPr id="0" name=""/>
        <dsp:cNvSpPr/>
      </dsp:nvSpPr>
      <dsp:spPr>
        <a:xfrm>
          <a:off x="1065945" y="4332"/>
          <a:ext cx="5489401" cy="92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73" tIns="97673" rIns="97673" bIns="9767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Adquirir coordenadas geográficas mediante GPS.</a:t>
          </a:r>
          <a:endParaRPr lang="en-US" sz="1900" kern="1200"/>
        </a:p>
      </dsp:txBody>
      <dsp:txXfrm>
        <a:off x="1065945" y="4332"/>
        <a:ext cx="5489401" cy="922896"/>
      </dsp:txXfrm>
    </dsp:sp>
    <dsp:sp modelId="{73FF2392-0167-4000-BC57-870AE066DE36}">
      <dsp:nvSpPr>
        <dsp:cNvPr id="0" name=""/>
        <dsp:cNvSpPr/>
      </dsp:nvSpPr>
      <dsp:spPr>
        <a:xfrm>
          <a:off x="0" y="1157953"/>
          <a:ext cx="6555347" cy="92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B8ABC3-A44B-4366-A48F-7B6B31EC49C3}">
      <dsp:nvSpPr>
        <dsp:cNvPr id="0" name=""/>
        <dsp:cNvSpPr/>
      </dsp:nvSpPr>
      <dsp:spPr>
        <a:xfrm>
          <a:off x="279176" y="1365605"/>
          <a:ext cx="507593" cy="507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EC21E2-79FE-44C9-BF95-56BCFC7C8536}">
      <dsp:nvSpPr>
        <dsp:cNvPr id="0" name=""/>
        <dsp:cNvSpPr/>
      </dsp:nvSpPr>
      <dsp:spPr>
        <a:xfrm>
          <a:off x="1065945" y="1157953"/>
          <a:ext cx="5489401" cy="92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73" tIns="97673" rIns="97673" bIns="9767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Transmitir información utilizando tecnología LoRa.</a:t>
          </a:r>
          <a:endParaRPr lang="en-US" sz="1900" kern="1200"/>
        </a:p>
      </dsp:txBody>
      <dsp:txXfrm>
        <a:off x="1065945" y="1157953"/>
        <a:ext cx="5489401" cy="922896"/>
      </dsp:txXfrm>
    </dsp:sp>
    <dsp:sp modelId="{6ED81113-A2FB-486A-9CA2-09EDF69131A5}">
      <dsp:nvSpPr>
        <dsp:cNvPr id="0" name=""/>
        <dsp:cNvSpPr/>
      </dsp:nvSpPr>
      <dsp:spPr>
        <a:xfrm>
          <a:off x="0" y="2311575"/>
          <a:ext cx="6555347" cy="92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25848-19FB-4D08-9A50-B2EAF4EAE498}">
      <dsp:nvSpPr>
        <dsp:cNvPr id="0" name=""/>
        <dsp:cNvSpPr/>
      </dsp:nvSpPr>
      <dsp:spPr>
        <a:xfrm>
          <a:off x="279176" y="2519226"/>
          <a:ext cx="507593" cy="507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738C2-E982-4E9B-A2EF-82D62356985F}">
      <dsp:nvSpPr>
        <dsp:cNvPr id="0" name=""/>
        <dsp:cNvSpPr/>
      </dsp:nvSpPr>
      <dsp:spPr>
        <a:xfrm>
          <a:off x="1065945" y="2311575"/>
          <a:ext cx="5489401" cy="92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73" tIns="97673" rIns="97673" bIns="9767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Implementar una FSM para control y manejo de errores.</a:t>
          </a:r>
          <a:endParaRPr lang="en-US" sz="1900" kern="1200"/>
        </a:p>
      </dsp:txBody>
      <dsp:txXfrm>
        <a:off x="1065945" y="2311575"/>
        <a:ext cx="5489401" cy="922896"/>
      </dsp:txXfrm>
    </dsp:sp>
    <dsp:sp modelId="{727011F4-6883-41C8-B546-5E0F84F06E8B}">
      <dsp:nvSpPr>
        <dsp:cNvPr id="0" name=""/>
        <dsp:cNvSpPr/>
      </dsp:nvSpPr>
      <dsp:spPr>
        <a:xfrm>
          <a:off x="0" y="3465196"/>
          <a:ext cx="6555347" cy="92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5DD7C6-3789-489D-946E-4B0DAC40933D}">
      <dsp:nvSpPr>
        <dsp:cNvPr id="0" name=""/>
        <dsp:cNvSpPr/>
      </dsp:nvSpPr>
      <dsp:spPr>
        <a:xfrm>
          <a:off x="279176" y="3672847"/>
          <a:ext cx="507593" cy="507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BDCA0-5B4B-40E3-B313-01E3499CC8F2}">
      <dsp:nvSpPr>
        <dsp:cNvPr id="0" name=""/>
        <dsp:cNvSpPr/>
      </dsp:nvSpPr>
      <dsp:spPr>
        <a:xfrm>
          <a:off x="1065945" y="3465196"/>
          <a:ext cx="5489401" cy="92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73" tIns="97673" rIns="97673" bIns="9767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Optimizar el consumo energético mediante el AXP2101.</a:t>
          </a:r>
          <a:endParaRPr lang="en-US" sz="1900" kern="1200"/>
        </a:p>
      </dsp:txBody>
      <dsp:txXfrm>
        <a:off x="1065945" y="3465196"/>
        <a:ext cx="5489401" cy="922896"/>
      </dsp:txXfrm>
    </dsp:sp>
    <dsp:sp modelId="{84E6F4D4-9F29-4A3B-A19F-158A64D70C45}">
      <dsp:nvSpPr>
        <dsp:cNvPr id="0" name=""/>
        <dsp:cNvSpPr/>
      </dsp:nvSpPr>
      <dsp:spPr>
        <a:xfrm>
          <a:off x="0" y="4618817"/>
          <a:ext cx="6555347" cy="9228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A8333-22DD-4AEF-853A-4F1F41783A2A}">
      <dsp:nvSpPr>
        <dsp:cNvPr id="0" name=""/>
        <dsp:cNvSpPr/>
      </dsp:nvSpPr>
      <dsp:spPr>
        <a:xfrm>
          <a:off x="279176" y="4826469"/>
          <a:ext cx="507593" cy="507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7AFBE-FD5B-4CAD-9418-B711B86DC9BA}">
      <dsp:nvSpPr>
        <dsp:cNvPr id="0" name=""/>
        <dsp:cNvSpPr/>
      </dsp:nvSpPr>
      <dsp:spPr>
        <a:xfrm>
          <a:off x="1065945" y="4618817"/>
          <a:ext cx="5489401" cy="922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73" tIns="97673" rIns="97673" bIns="9767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Analizar la autonomía bajo distintos escenarios de operación</a:t>
          </a:r>
          <a:endParaRPr lang="en-US" sz="1900" kern="1200"/>
        </a:p>
      </dsp:txBody>
      <dsp:txXfrm>
        <a:off x="1065945" y="4618817"/>
        <a:ext cx="5489401" cy="9228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8C5B4-D1C6-4CFF-858F-564931FD6989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73005-BB9D-455E-A69B-D34ED235F026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0591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4358E-CACE-FAB5-ED1C-0C67DF5CC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ED379B-B457-C5C4-0DE2-085C267CD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CB7BD3-6E5B-AE0E-2346-DD0F77AA0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1BAB9A-583E-394F-0FAC-F716FA1EB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3005-BB9D-455E-A69B-D34ED235F026}" type="slidenum">
              <a:rPr lang="es-CR" smtClean="0"/>
              <a:t>15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59759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160C-C888-303C-38D6-A584215D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FF2357-6BCA-635E-7761-44AE3691C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B0BACB-028D-EACB-84D1-9597550C1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1C3649-E8F9-5FA2-94DF-E1615EAC5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3005-BB9D-455E-A69B-D34ED235F026}" type="slidenum">
              <a:rPr lang="es-CR" smtClean="0"/>
              <a:t>16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928242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4B05B-9072-E1A9-3237-8DBA7CDA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CE47B4-E898-A249-2F0D-69403B852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16600B-AEE3-8873-CDDF-A7909CA78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1707AC-6EB2-9A86-2963-1279FFCC6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3005-BB9D-455E-A69B-D34ED235F026}" type="slidenum">
              <a:rPr lang="es-CR" smtClean="0"/>
              <a:t>17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32213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5B24-279A-BABD-4EDD-66F0177E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1D84BA-A294-D643-8960-3C6AC4DB0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BF43A90-2591-8305-015D-EC2D69D56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EF296E-B22F-D537-8618-BA1442959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73005-BB9D-455E-A69B-D34ED235F026}" type="slidenum">
              <a:rPr lang="es-CR" smtClean="0"/>
              <a:t>18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9998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EB574-2692-ABCC-CA46-E2686183B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F02BDD-FB33-B36C-87D5-A2D57865E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8C5472-4B0F-B0DC-A0FE-E927E238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AA8076-A89B-7555-EE82-EF17BCA62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08DE0C-A051-7D6F-6D89-ACF6457A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9274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69D31-1A5B-03E3-8ECC-01C46775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D5F314-744E-7577-4BE4-0BDD15B56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CCFF48-39F1-EB56-887A-6D8759B5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FC4C72-FD6E-B5F1-4118-0D95C30F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A11AD1-F93F-0722-B27E-39441019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380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CAA71-4E32-2AB6-0BBD-A1616ACA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0C7B1D-C144-331F-9FA8-EA8C5187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E409F2-D24B-A705-70D9-A784209E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72964A-E823-BF38-0438-088057F5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EF25A8-34AC-E9EB-600F-07E27B4F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3398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EDE6E-DCB7-B3A0-9A9B-7012B84B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E454B6-5EBA-7D60-FF51-5F8A5B00E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1A0DC5-BE73-B96C-EBEA-423158E8F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1E1A1A-3AA1-6C9C-E00F-CC2BD401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BEA36A-A2A0-B72E-F03C-C2A971B7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266D7E-7A77-3AB9-A23A-BC4AEFEF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6312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2EBBE-AEE4-A46C-4853-CC7112C5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5C2084-DA0A-2BBA-CA49-B1FA6DBC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CF1DE7-6D95-B39F-603C-2D670D82B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855196-B3CC-A7B8-1BA6-D47D2386B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F78F8A-D372-D7DE-08EC-0ACE7FB07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38A2344-93CE-7DEF-ED97-2C5561DE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C869507-238F-1FFE-89DD-FB119F1C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33D61E-700D-0E4F-582A-86057B1E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6209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32D46-35E4-5FDE-C47D-B123DA9A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B33B0-4928-5317-8C07-1232DAF9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A469E6-D000-0BB2-F21F-8076C4CF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40E150-CCAF-5E9D-226B-CCA8634B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4293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23E4E4-741D-8D6D-B9C3-26E96B64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BAE787-869D-07A1-B4C2-B6369AAB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AD0F22-8C71-8A50-760A-E8884F8B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5481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6C746-EAFF-91DF-ED34-52BCD77A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825E6-BF6A-99D7-BB86-9B058D683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36F2EF-90EA-FB7D-6726-CF816489C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D6A0C0-1068-48FC-FAAA-E15DDB25F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3C68C-F762-C04D-6076-9DC7ED0C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F83B52-5BA9-2ABC-E4E9-D8D1734B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8208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E3CFC-1E0A-7090-C57D-2A8020B2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B2BC71-F569-C48F-9E28-A7C99BF9C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127C29-4F9E-AAC5-6D0C-2C3BA3849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FECD25-BCD7-7AF6-AE64-D6D5E3CC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C3BC9E-F04A-F35A-1CBC-3BB010A6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8C896E-D7CC-FAD3-5FB6-B3B7690A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6205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E9228-8B91-7EF7-F80D-EEA60733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41A684-830C-40FF-1FEB-E8502809D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89F0E2-A614-DEBF-D0BE-C66FE143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7B0202-3CB4-E594-4627-29D3D7C1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EE248A-D935-D554-5DB8-6FC69FC8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692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EFD0FD-6D77-4CD7-49D0-25C23AA16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929449-73BC-6EA8-12A3-D8DC0B97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76850A-707D-06A6-F377-5D33A256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21242D-3E4E-D189-83FA-30F40E2C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8D688E-2A25-F953-5CA0-E0A46D29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6979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279974-EBFB-4183-A9BB-38B2C94D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1AE309-D64E-4F22-40E5-EFC1F8BD5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1A811B-BCD7-E50D-32B9-9022EC524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07912-8494-4D91-B115-F493E572E8E3}" type="datetimeFigureOut">
              <a:rPr lang="es-CR" smtClean="0"/>
              <a:t>7/6/2026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BFFC65-0EFC-01CA-BB96-CD63990B0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E47FD5-9045-A0E8-FE8E-C9B95D5F7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2288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GPS trailer tracking: Guía para el rastreo GPS">
            <a:extLst>
              <a:ext uri="{FF2B5EF4-FFF2-40B4-BE49-F238E27FC236}">
                <a16:creationId xmlns:a16="http://schemas.microsoft.com/office/drawing/2014/main" id="{8BDF893B-155D-97D7-E8B4-46B7933E0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4" t="6484" r="28038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967B62-7ABE-2917-4796-8BB8E9373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733140"/>
            <a:ext cx="3815560" cy="3593357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CR" sz="4800" dirty="0"/>
              <a:t>Sistema </a:t>
            </a:r>
            <a:r>
              <a:rPr lang="es-CR" sz="4800" dirty="0" err="1"/>
              <a:t>Tracker</a:t>
            </a:r>
            <a:r>
              <a:rPr lang="es-CR" sz="4800" dirty="0"/>
              <a:t> </a:t>
            </a:r>
            <a:r>
              <a:rPr lang="es-CR" sz="4800" dirty="0" err="1"/>
              <a:t>LoRa</a:t>
            </a:r>
            <a:r>
              <a:rPr lang="es-CR" sz="4800" dirty="0"/>
              <a:t>/APRS para monitoreo de camiones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65B245-2550-D137-4E5E-791884D48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CR" sz="2000"/>
              <a:t>Marlon Cordero  Rolando Vega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42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98523B-B981-A24F-5AB9-302EF04B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 fontScale="90000"/>
          </a:bodyPr>
          <a:lstStyle/>
          <a:p>
            <a:r>
              <a:rPr lang="es-CR" sz="4800" dirty="0"/>
              <a:t>Problema</a:t>
            </a:r>
            <a:br>
              <a:rPr lang="es-CR" sz="4800" dirty="0"/>
            </a:br>
            <a:r>
              <a:rPr lang="es-CR" sz="4800" dirty="0"/>
              <a:t>Rastreo de vehículos que transportan pipas de gas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7678C01-343F-A07B-1298-49A248E46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14366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372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magen que contiene camino, camioneta, exterior, calle&#10;&#10;El contenido generado por IA puede ser incorrecto.">
            <a:extLst>
              <a:ext uri="{FF2B5EF4-FFF2-40B4-BE49-F238E27FC236}">
                <a16:creationId xmlns:a16="http://schemas.microsoft.com/office/drawing/2014/main" id="{932631BB-F491-056A-EC7F-1F5658AC9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F8DC1-544C-A6AB-6E48-BE58D41B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988" y="1775424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dirty="0" err="1">
                <a:solidFill>
                  <a:srgbClr val="FFFFFF"/>
                </a:solidFill>
              </a:rPr>
              <a:t>Solucion</a:t>
            </a:r>
            <a:r>
              <a:rPr lang="en-US" sz="52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704DF0-5E1C-4182-23F5-6E912FCC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538" y="2248591"/>
            <a:ext cx="5449479" cy="15780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</a:rPr>
              <a:t>Nodo LoRa + GPS</a:t>
            </a:r>
            <a:br>
              <a:rPr lang="en-US" sz="24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Arquitectura APRS</a:t>
            </a:r>
            <a:br>
              <a:rPr lang="en-US" sz="24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Operacion autonoma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4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A0EAE-6C62-2B0C-C246-A10AC7E30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B1C4F3-61D5-7952-D706-72519D31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57" y="-2021623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s-CR" sz="4000" dirty="0">
                <a:solidFill>
                  <a:srgbClr val="FFFFFF"/>
                </a:solidFill>
              </a:rPr>
              <a:t>Objetivos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0" name="Marcador de contenido 3">
            <a:extLst>
              <a:ext uri="{FF2B5EF4-FFF2-40B4-BE49-F238E27FC236}">
                <a16:creationId xmlns:a16="http://schemas.microsoft.com/office/drawing/2014/main" id="{E6006F21-4C3E-63CA-2B24-54ADEDC8C9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10259" y="649480"/>
          <a:ext cx="65553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6B8F4FF4-FAED-2208-F3A9-18DC6FD6E61C}"/>
              </a:ext>
            </a:extLst>
          </p:cNvPr>
          <p:cNvSpPr txBox="1">
            <a:spLocks/>
          </p:cNvSpPr>
          <p:nvPr/>
        </p:nvSpPr>
        <p:spPr>
          <a:xfrm>
            <a:off x="156561" y="1733168"/>
            <a:ext cx="3881265" cy="4960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>
                <a:solidFill>
                  <a:schemeClr val="bg1"/>
                </a:solidFill>
              </a:rPr>
              <a:t>Desarrollar un nodo </a:t>
            </a:r>
            <a:r>
              <a:rPr lang="es-MX" dirty="0" err="1">
                <a:solidFill>
                  <a:schemeClr val="bg1"/>
                </a:solidFill>
              </a:rPr>
              <a:t>tracker</a:t>
            </a:r>
            <a:r>
              <a:rPr lang="es-MX" dirty="0">
                <a:solidFill>
                  <a:schemeClr val="bg1"/>
                </a:solidFill>
              </a:rPr>
              <a:t> que permita adquirir, procesar y transmitir información de posicionamiento geográfico, optimizando el consumo energético mediante t</a:t>
            </a:r>
            <a:r>
              <a:rPr lang="es-CR" dirty="0">
                <a:solidFill>
                  <a:schemeClr val="bg1"/>
                </a:solidFill>
              </a:rPr>
              <a:t>é</a:t>
            </a:r>
            <a:r>
              <a:rPr lang="es-MX" dirty="0" err="1">
                <a:solidFill>
                  <a:schemeClr val="bg1"/>
                </a:solidFill>
              </a:rPr>
              <a:t>cnicas</a:t>
            </a:r>
            <a:r>
              <a:rPr lang="es-MX" dirty="0">
                <a:solidFill>
                  <a:schemeClr val="bg1"/>
                </a:solidFill>
              </a:rPr>
              <a:t> de gestión inteligente de energía</a:t>
            </a:r>
            <a:br>
              <a:rPr lang="es-CR" dirty="0"/>
            </a:b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05498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776714-3C99-35C1-ADBC-5C4A523C3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del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6DA8F5-D0BE-85B1-1D2D-A411AFA3C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025979"/>
            <a:ext cx="11327549" cy="433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2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74CEA8-B323-36A8-0273-471392BC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 de Bloques Funcionales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E1A55D1-6A97-46F2-8753-15E9B0204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863859"/>
            <a:ext cx="7225748" cy="513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7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99C553-B014-96CA-DC62-A997A0E1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 de la fase de arranque del sistema.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630D2E3-4030-2634-2982-28D7F8AF9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138" y="467208"/>
            <a:ext cx="516832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15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A2BA90-F91E-F977-CFD8-6B40AC39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4" y="2501549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Lógica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adaptativa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intervalos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transmisión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basada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velocidad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C0FB4D-F164-550A-A120-F37D8C719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972246"/>
            <a:ext cx="7225748" cy="491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70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146B72-4362-BFF7-3090-7D5E2EAF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Ciclo de operación periódica del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A73574-B9FA-253E-86DE-5520BA595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755" y="467208"/>
            <a:ext cx="602909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67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A63BCC-5137-36D3-D8ED-98058480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Ruta de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manejo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errores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sistema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1A59993-25F1-FB47-BBCC-1DE3DC05A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981278"/>
            <a:ext cx="7225748" cy="48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92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E0936D-67C0-1DD0-CA4C-E63AF876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Parámetros Configurables</a:t>
            </a:r>
            <a:endParaRPr lang="es-CR" sz="400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30F1EF3-D6E0-6EE5-37D5-69998367D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8859787"/>
              </p:ext>
            </p:extLst>
          </p:nvPr>
        </p:nvGraphicFramePr>
        <p:xfrm>
          <a:off x="918830" y="2112579"/>
          <a:ext cx="10378282" cy="419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84430">
                  <a:extLst>
                    <a:ext uri="{9D8B030D-6E8A-4147-A177-3AD203B41FA5}">
                      <a16:colId xmlns:a16="http://schemas.microsoft.com/office/drawing/2014/main" val="421474883"/>
                    </a:ext>
                  </a:extLst>
                </a:gridCol>
                <a:gridCol w="3193852">
                  <a:extLst>
                    <a:ext uri="{9D8B030D-6E8A-4147-A177-3AD203B41FA5}">
                      <a16:colId xmlns:a16="http://schemas.microsoft.com/office/drawing/2014/main" val="4044239353"/>
                    </a:ext>
                  </a:extLst>
                </a:gridCol>
              </a:tblGrid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Parámetro</a:t>
                      </a:r>
                      <a:endParaRPr lang="es-CR" sz="3200"/>
                    </a:p>
                  </a:txBody>
                  <a:tcPr marL="166182" marR="166182" marT="83091" marB="83091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Valor</a:t>
                      </a:r>
                      <a:endParaRPr lang="es-CR" sz="3200"/>
                    </a:p>
                  </a:txBody>
                  <a:tcPr marL="166182" marR="166182" marT="83091" marB="83091"/>
                </a:tc>
                <a:extLst>
                  <a:ext uri="{0D108BD9-81ED-4DB2-BD59-A6C34878D82A}">
                    <a16:rowId xmlns:a16="http://schemas.microsoft.com/office/drawing/2014/main" val="3552864441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Intervalo de movimiento</a:t>
                      </a:r>
                      <a:endParaRPr lang="es-CR" sz="3200"/>
                    </a:p>
                  </a:txBody>
                  <a:tcPr marL="166182" marR="166182" marT="83091" marB="83091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5min</a:t>
                      </a:r>
                      <a:endParaRPr lang="es-CR" sz="3200"/>
                    </a:p>
                  </a:txBody>
                  <a:tcPr marL="166182" marR="166182" marT="83091" marB="83091"/>
                </a:tc>
                <a:extLst>
                  <a:ext uri="{0D108BD9-81ED-4DB2-BD59-A6C34878D82A}">
                    <a16:rowId xmlns:a16="http://schemas.microsoft.com/office/drawing/2014/main" val="4146060565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Intervalo en reposo</a:t>
                      </a:r>
                      <a:endParaRPr lang="es-CR" sz="3200"/>
                    </a:p>
                  </a:txBody>
                  <a:tcPr marL="166182" marR="166182" marT="83091" marB="83091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1h</a:t>
                      </a:r>
                      <a:endParaRPr lang="es-CR" sz="3200"/>
                    </a:p>
                  </a:txBody>
                  <a:tcPr marL="166182" marR="166182" marT="83091" marB="83091"/>
                </a:tc>
                <a:extLst>
                  <a:ext uri="{0D108BD9-81ED-4DB2-BD59-A6C34878D82A}">
                    <a16:rowId xmlns:a16="http://schemas.microsoft.com/office/drawing/2014/main" val="4095420047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Velocidad</a:t>
                      </a:r>
                      <a:endParaRPr lang="es-CR" sz="3200"/>
                    </a:p>
                  </a:txBody>
                  <a:tcPr marL="166182" marR="166182" marT="83091" marB="83091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5km/h</a:t>
                      </a:r>
                      <a:endParaRPr lang="es-CR" sz="3200"/>
                    </a:p>
                  </a:txBody>
                  <a:tcPr marL="166182" marR="166182" marT="83091" marB="83091"/>
                </a:tc>
                <a:extLst>
                  <a:ext uri="{0D108BD9-81ED-4DB2-BD59-A6C34878D82A}">
                    <a16:rowId xmlns:a16="http://schemas.microsoft.com/office/drawing/2014/main" val="3732203435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TimeOut GPS</a:t>
                      </a:r>
                      <a:endParaRPr lang="es-CR" sz="3200"/>
                    </a:p>
                  </a:txBody>
                  <a:tcPr marL="166182" marR="166182" marT="83091" marB="83091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60s</a:t>
                      </a:r>
                      <a:endParaRPr lang="es-CR" sz="3200"/>
                    </a:p>
                  </a:txBody>
                  <a:tcPr marL="166182" marR="166182" marT="83091" marB="83091"/>
                </a:tc>
                <a:extLst>
                  <a:ext uri="{0D108BD9-81ED-4DB2-BD59-A6C34878D82A}">
                    <a16:rowId xmlns:a16="http://schemas.microsoft.com/office/drawing/2014/main" val="1880421747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Reintentos</a:t>
                      </a:r>
                      <a:endParaRPr lang="es-CR" sz="3200"/>
                    </a:p>
                  </a:txBody>
                  <a:tcPr marL="166182" marR="166182" marT="83091" marB="83091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3</a:t>
                      </a:r>
                      <a:endParaRPr lang="es-CR" sz="3200"/>
                    </a:p>
                  </a:txBody>
                  <a:tcPr marL="166182" marR="166182" marT="83091" marB="83091"/>
                </a:tc>
                <a:extLst>
                  <a:ext uri="{0D108BD9-81ED-4DB2-BD59-A6C34878D82A}">
                    <a16:rowId xmlns:a16="http://schemas.microsoft.com/office/drawing/2014/main" val="210971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56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32F35-B077-0A27-EF3A-1A6DEFF6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6A51AA-E60E-CB00-18F8-016C1D42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Parametros</a:t>
            </a:r>
            <a:r>
              <a:rPr lang="es-MX" sz="4000" dirty="0">
                <a:solidFill>
                  <a:srgbClr val="FFFFFF"/>
                </a:solidFill>
              </a:rPr>
              <a:t> </a:t>
            </a:r>
            <a:r>
              <a:rPr lang="es-MX" sz="4000">
                <a:solidFill>
                  <a:srgbClr val="FFFFFF"/>
                </a:solidFill>
              </a:rPr>
              <a:t>LoRa</a:t>
            </a:r>
            <a:endParaRPr lang="es-CR" sz="4000" dirty="0">
              <a:solidFill>
                <a:srgbClr val="FFFFFF"/>
              </a:solidFill>
            </a:endParaRPr>
          </a:p>
        </p:txBody>
      </p:sp>
      <p:graphicFrame>
        <p:nvGraphicFramePr>
          <p:cNvPr id="9" name="Marcador de contenido 3">
            <a:extLst>
              <a:ext uri="{FF2B5EF4-FFF2-40B4-BE49-F238E27FC236}">
                <a16:creationId xmlns:a16="http://schemas.microsoft.com/office/drawing/2014/main" id="{3B39946B-263D-1A73-07C8-F0043AC755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536075"/>
              </p:ext>
            </p:extLst>
          </p:nvPr>
        </p:nvGraphicFramePr>
        <p:xfrm>
          <a:off x="1345822" y="2112579"/>
          <a:ext cx="9524296" cy="419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3894">
                  <a:extLst>
                    <a:ext uri="{9D8B030D-6E8A-4147-A177-3AD203B41FA5}">
                      <a16:colId xmlns:a16="http://schemas.microsoft.com/office/drawing/2014/main" val="421474883"/>
                    </a:ext>
                  </a:extLst>
                </a:gridCol>
                <a:gridCol w="3860402">
                  <a:extLst>
                    <a:ext uri="{9D8B030D-6E8A-4147-A177-3AD203B41FA5}">
                      <a16:colId xmlns:a16="http://schemas.microsoft.com/office/drawing/2014/main" val="4044239353"/>
                    </a:ext>
                  </a:extLst>
                </a:gridCol>
              </a:tblGrid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Parámetro</a:t>
                      </a:r>
                      <a:endParaRPr lang="es-CR" sz="3200"/>
                    </a:p>
                  </a:txBody>
                  <a:tcPr marL="168195" marR="168195" marT="84097" marB="84097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Valor</a:t>
                      </a:r>
                      <a:endParaRPr lang="es-CR" sz="3200"/>
                    </a:p>
                  </a:txBody>
                  <a:tcPr marL="168195" marR="168195" marT="84097" marB="84097"/>
                </a:tc>
                <a:extLst>
                  <a:ext uri="{0D108BD9-81ED-4DB2-BD59-A6C34878D82A}">
                    <a16:rowId xmlns:a16="http://schemas.microsoft.com/office/drawing/2014/main" val="3552864441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Frecuencia</a:t>
                      </a:r>
                      <a:endParaRPr lang="es-CR" sz="3200"/>
                    </a:p>
                  </a:txBody>
                  <a:tcPr marL="168195" marR="168195" marT="84097" marB="84097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433.775MHz</a:t>
                      </a:r>
                      <a:endParaRPr lang="es-CR" sz="3200"/>
                    </a:p>
                  </a:txBody>
                  <a:tcPr marL="168195" marR="168195" marT="84097" marB="84097"/>
                </a:tc>
                <a:extLst>
                  <a:ext uri="{0D108BD9-81ED-4DB2-BD59-A6C34878D82A}">
                    <a16:rowId xmlns:a16="http://schemas.microsoft.com/office/drawing/2014/main" val="4146060565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 dirty="0" err="1"/>
                        <a:t>Spreading</a:t>
                      </a:r>
                      <a:r>
                        <a:rPr lang="es-MX" sz="3200" dirty="0"/>
                        <a:t> Factor</a:t>
                      </a:r>
                      <a:endParaRPr lang="es-CR" sz="3200" dirty="0"/>
                    </a:p>
                  </a:txBody>
                  <a:tcPr marL="168195" marR="168195" marT="84097" marB="84097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SF12</a:t>
                      </a:r>
                      <a:endParaRPr lang="es-CR" sz="3200"/>
                    </a:p>
                  </a:txBody>
                  <a:tcPr marL="168195" marR="168195" marT="84097" marB="84097"/>
                </a:tc>
                <a:extLst>
                  <a:ext uri="{0D108BD9-81ED-4DB2-BD59-A6C34878D82A}">
                    <a16:rowId xmlns:a16="http://schemas.microsoft.com/office/drawing/2014/main" val="4095420047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Ancho de banda</a:t>
                      </a:r>
                      <a:endParaRPr lang="es-CR" sz="3200"/>
                    </a:p>
                  </a:txBody>
                  <a:tcPr marL="168195" marR="168195" marT="84097" marB="84097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125kHz</a:t>
                      </a:r>
                      <a:endParaRPr lang="es-CR" sz="3200"/>
                    </a:p>
                  </a:txBody>
                  <a:tcPr marL="168195" marR="168195" marT="84097" marB="84097"/>
                </a:tc>
                <a:extLst>
                  <a:ext uri="{0D108BD9-81ED-4DB2-BD59-A6C34878D82A}">
                    <a16:rowId xmlns:a16="http://schemas.microsoft.com/office/drawing/2014/main" val="3732203435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 err="1"/>
                        <a:t>Coding</a:t>
                      </a:r>
                      <a:r>
                        <a:rPr lang="es-MX" sz="3200"/>
                        <a:t> Rate</a:t>
                      </a:r>
                      <a:endParaRPr lang="es-CR" sz="3200"/>
                    </a:p>
                  </a:txBody>
                  <a:tcPr marL="168195" marR="168195" marT="84097" marB="84097"/>
                </a:tc>
                <a:tc>
                  <a:txBody>
                    <a:bodyPr/>
                    <a:lstStyle/>
                    <a:p>
                      <a:r>
                        <a:rPr lang="es-MX" sz="3200"/>
                        <a:t>4/5</a:t>
                      </a:r>
                      <a:endParaRPr lang="es-CR" sz="3200"/>
                    </a:p>
                  </a:txBody>
                  <a:tcPr marL="168195" marR="168195" marT="84097" marB="84097"/>
                </a:tc>
                <a:extLst>
                  <a:ext uri="{0D108BD9-81ED-4DB2-BD59-A6C34878D82A}">
                    <a16:rowId xmlns:a16="http://schemas.microsoft.com/office/drawing/2014/main" val="1880421747"/>
                  </a:ext>
                </a:extLst>
              </a:tr>
              <a:tr h="698801">
                <a:tc>
                  <a:txBody>
                    <a:bodyPr/>
                    <a:lstStyle/>
                    <a:p>
                      <a:r>
                        <a:rPr lang="es-MX" sz="3200"/>
                        <a:t>Potencia </a:t>
                      </a:r>
                      <a:endParaRPr lang="es-CR" sz="3200"/>
                    </a:p>
                  </a:txBody>
                  <a:tcPr marL="168195" marR="168195" marT="84097" marB="84097"/>
                </a:tc>
                <a:tc>
                  <a:txBody>
                    <a:bodyPr/>
                    <a:lstStyle/>
                    <a:p>
                      <a:r>
                        <a:rPr lang="es-MX" sz="3200" dirty="0"/>
                        <a:t>20 dBm</a:t>
                      </a:r>
                      <a:endParaRPr lang="es-CR" sz="3200" dirty="0"/>
                    </a:p>
                  </a:txBody>
                  <a:tcPr marL="168195" marR="168195" marT="84097" marB="84097"/>
                </a:tc>
                <a:extLst>
                  <a:ext uri="{0D108BD9-81ED-4DB2-BD59-A6C34878D82A}">
                    <a16:rowId xmlns:a16="http://schemas.microsoft.com/office/drawing/2014/main" val="210971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224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359F5-1827-AA48-336B-18310EEB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30A94E-A47E-AF17-4F72-53290951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Formato de la Trama inicial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E6B2EB-E2AE-DA4D-336B-014F91CABFEE}"/>
              </a:ext>
            </a:extLst>
          </p:cNvPr>
          <p:cNvSpPr txBox="1"/>
          <p:nvPr/>
        </p:nvSpPr>
        <p:spPr>
          <a:xfrm>
            <a:off x="6207310" y="5977001"/>
            <a:ext cx="8489191" cy="830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tx2"/>
                </a:solidFill>
              </a:rPr>
              <a:t>TI0TEC4-7, 9.934739 ,-84.087502 ,15 , 270, *3F</a:t>
            </a:r>
          </a:p>
        </p:txBody>
      </p:sp>
      <p:pic>
        <p:nvPicPr>
          <p:cNvPr id="1030" name="Picture 6" descr="Algoritmos de Ordenamiento Lineal – ANALIZAR LOS REQUISITOS DEL CLIENTE  PARA CONSTRUIR EL SISTEMA DE INFORMACIÓN">
            <a:extLst>
              <a:ext uri="{FF2B5EF4-FFF2-40B4-BE49-F238E27FC236}">
                <a16:creationId xmlns:a16="http://schemas.microsoft.com/office/drawing/2014/main" id="{0AF6046F-28AD-CC1F-D1C1-16D82B312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7946" y="2421942"/>
            <a:ext cx="5131088" cy="385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AA4DA0A-8279-42FC-92BD-84F646CB6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4958120"/>
              </p:ext>
            </p:extLst>
          </p:nvPr>
        </p:nvGraphicFramePr>
        <p:xfrm>
          <a:off x="5977145" y="1928621"/>
          <a:ext cx="6026227" cy="3997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793">
                  <a:extLst>
                    <a:ext uri="{9D8B030D-6E8A-4147-A177-3AD203B41FA5}">
                      <a16:colId xmlns:a16="http://schemas.microsoft.com/office/drawing/2014/main" val="421474883"/>
                    </a:ext>
                  </a:extLst>
                </a:gridCol>
                <a:gridCol w="2397567">
                  <a:extLst>
                    <a:ext uri="{9D8B030D-6E8A-4147-A177-3AD203B41FA5}">
                      <a16:colId xmlns:a16="http://schemas.microsoft.com/office/drawing/2014/main" val="4044239353"/>
                    </a:ext>
                  </a:extLst>
                </a:gridCol>
                <a:gridCol w="2032867">
                  <a:extLst>
                    <a:ext uri="{9D8B030D-6E8A-4147-A177-3AD203B41FA5}">
                      <a16:colId xmlns:a16="http://schemas.microsoft.com/office/drawing/2014/main" val="2113412483"/>
                    </a:ext>
                  </a:extLst>
                </a:gridCol>
              </a:tblGrid>
              <a:tr h="439040">
                <a:tc>
                  <a:txBody>
                    <a:bodyPr/>
                    <a:lstStyle/>
                    <a:p>
                      <a:r>
                        <a:rPr lang="es-MX" sz="2000"/>
                        <a:t>Campo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MX" sz="2000" dirty="0" err="1"/>
                        <a:t>Descripcion</a:t>
                      </a:r>
                      <a:endParaRPr lang="es-CR" sz="2000" dirty="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Ejemplo</a:t>
                      </a:r>
                      <a:endParaRPr lang="es-CR" sz="2000"/>
                    </a:p>
                  </a:txBody>
                  <a:tcPr marL="105349" marR="105349" marT="52674" marB="52674"/>
                </a:tc>
                <a:extLst>
                  <a:ext uri="{0D108BD9-81ED-4DB2-BD59-A6C34878D82A}">
                    <a16:rowId xmlns:a16="http://schemas.microsoft.com/office/drawing/2014/main" val="3552864441"/>
                  </a:ext>
                </a:extLst>
              </a:tr>
              <a:tr h="439040">
                <a:tc>
                  <a:txBody>
                    <a:bodyPr/>
                    <a:lstStyle/>
                    <a:p>
                      <a:r>
                        <a:rPr lang="es-MX" sz="2000"/>
                        <a:t>Callsign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Indentificador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TI0TEC4-7</a:t>
                      </a:r>
                    </a:p>
                  </a:txBody>
                  <a:tcPr marL="105349" marR="105349" marT="52674" marB="52674"/>
                </a:tc>
                <a:extLst>
                  <a:ext uri="{0D108BD9-81ED-4DB2-BD59-A6C34878D82A}">
                    <a16:rowId xmlns:a16="http://schemas.microsoft.com/office/drawing/2014/main" val="4146060565"/>
                  </a:ext>
                </a:extLst>
              </a:tr>
              <a:tr h="439040">
                <a:tc>
                  <a:txBody>
                    <a:bodyPr/>
                    <a:lstStyle/>
                    <a:p>
                      <a:r>
                        <a:rPr lang="es-MX" sz="2000"/>
                        <a:t>LAT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Latitud</a:t>
                      </a:r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9.934739</a:t>
                      </a:r>
                    </a:p>
                  </a:txBody>
                  <a:tcPr marL="105349" marR="105349" marT="52674" marB="52674"/>
                </a:tc>
                <a:extLst>
                  <a:ext uri="{0D108BD9-81ED-4DB2-BD59-A6C34878D82A}">
                    <a16:rowId xmlns:a16="http://schemas.microsoft.com/office/drawing/2014/main" val="4095420047"/>
                  </a:ext>
                </a:extLst>
              </a:tr>
              <a:tr h="439040">
                <a:tc>
                  <a:txBody>
                    <a:bodyPr/>
                    <a:lstStyle/>
                    <a:p>
                      <a:r>
                        <a:rPr lang="es-MX" sz="2000"/>
                        <a:t>LON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Longitud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-84.087502</a:t>
                      </a:r>
                    </a:p>
                  </a:txBody>
                  <a:tcPr marL="105349" marR="105349" marT="52674" marB="52674"/>
                </a:tc>
                <a:extLst>
                  <a:ext uri="{0D108BD9-81ED-4DB2-BD59-A6C34878D82A}">
                    <a16:rowId xmlns:a16="http://schemas.microsoft.com/office/drawing/2014/main" val="3732203435"/>
                  </a:ext>
                </a:extLst>
              </a:tr>
              <a:tr h="747225">
                <a:tc>
                  <a:txBody>
                    <a:bodyPr/>
                    <a:lstStyle/>
                    <a:p>
                      <a:r>
                        <a:rPr lang="es-MX" sz="2000"/>
                        <a:t>VEL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MX" sz="2000"/>
                        <a:t>Velocidad (km/h)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15</a:t>
                      </a:r>
                    </a:p>
                  </a:txBody>
                  <a:tcPr marL="105349" marR="105349" marT="52674" marB="52674"/>
                </a:tc>
                <a:extLst>
                  <a:ext uri="{0D108BD9-81ED-4DB2-BD59-A6C34878D82A}">
                    <a16:rowId xmlns:a16="http://schemas.microsoft.com/office/drawing/2014/main" val="1880421747"/>
                  </a:ext>
                </a:extLst>
              </a:tr>
              <a:tr h="747225">
                <a:tc>
                  <a:txBody>
                    <a:bodyPr/>
                    <a:lstStyle/>
                    <a:p>
                      <a:r>
                        <a:rPr lang="es-MX" sz="2000"/>
                        <a:t>RUM</a:t>
                      </a:r>
                      <a:endParaRPr lang="es-CR" sz="2000"/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Rumbo (grados)</a:t>
                      </a:r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270</a:t>
                      </a:r>
                    </a:p>
                  </a:txBody>
                  <a:tcPr marL="105349" marR="105349" marT="52674" marB="52674"/>
                </a:tc>
                <a:extLst>
                  <a:ext uri="{0D108BD9-81ED-4DB2-BD59-A6C34878D82A}">
                    <a16:rowId xmlns:a16="http://schemas.microsoft.com/office/drawing/2014/main" val="2109710877"/>
                  </a:ext>
                </a:extLst>
              </a:tr>
              <a:tr h="747225">
                <a:tc>
                  <a:txBody>
                    <a:bodyPr/>
                    <a:lstStyle/>
                    <a:p>
                      <a:r>
                        <a:rPr lang="es-CR" sz="2000"/>
                        <a:t>CHK</a:t>
                      </a:r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/>
                        <a:t>Checksum XOR</a:t>
                      </a:r>
                    </a:p>
                  </a:txBody>
                  <a:tcPr marL="105349" marR="105349" marT="52674" marB="52674"/>
                </a:tc>
                <a:tc>
                  <a:txBody>
                    <a:bodyPr/>
                    <a:lstStyle/>
                    <a:p>
                      <a:r>
                        <a:rPr lang="es-CR" sz="2000" dirty="0"/>
                        <a:t>3F</a:t>
                      </a:r>
                    </a:p>
                  </a:txBody>
                  <a:tcPr marL="105349" marR="105349" marT="52674" marB="52674"/>
                </a:tc>
                <a:extLst>
                  <a:ext uri="{0D108BD9-81ED-4DB2-BD59-A6C34878D82A}">
                    <a16:rowId xmlns:a16="http://schemas.microsoft.com/office/drawing/2014/main" val="409755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969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08F7BC-85F8-BF22-1627-F999A61D9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Consumo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6E5A1A34-4E01-CE44-A379-74FD24C30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161759"/>
              </p:ext>
            </p:extLst>
          </p:nvPr>
        </p:nvGraphicFramePr>
        <p:xfrm>
          <a:off x="644056" y="1729409"/>
          <a:ext cx="10927831" cy="471480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25360">
                  <a:extLst>
                    <a:ext uri="{9D8B030D-6E8A-4147-A177-3AD203B41FA5}">
                      <a16:colId xmlns:a16="http://schemas.microsoft.com/office/drawing/2014/main" val="443705618"/>
                    </a:ext>
                  </a:extLst>
                </a:gridCol>
                <a:gridCol w="2172392">
                  <a:extLst>
                    <a:ext uri="{9D8B030D-6E8A-4147-A177-3AD203B41FA5}">
                      <a16:colId xmlns:a16="http://schemas.microsoft.com/office/drawing/2014/main" val="404908308"/>
                    </a:ext>
                  </a:extLst>
                </a:gridCol>
                <a:gridCol w="5130079">
                  <a:extLst>
                    <a:ext uri="{9D8B030D-6E8A-4147-A177-3AD203B41FA5}">
                      <a16:colId xmlns:a16="http://schemas.microsoft.com/office/drawing/2014/main" val="675919486"/>
                    </a:ext>
                  </a:extLst>
                </a:gridCol>
              </a:tblGrid>
              <a:tr h="114205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3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Componente </a:t>
                      </a:r>
                      <a:endParaRPr lang="es-CR" sz="3400" b="1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Modo</a:t>
                      </a:r>
                      <a:b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activo </a:t>
                      </a:r>
                      <a:endParaRPr lang="es-CR" sz="3400" b="1" i="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3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Modo sleep </a:t>
                      </a:r>
                      <a:endParaRPr lang="es-CR" sz="3400" b="1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904305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ESP32 </a:t>
                      </a:r>
                      <a:endParaRPr lang="es-CR" sz="2500" b="0" i="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~80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~0.01 mA (Deep Sleep)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634485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GPS NEO-6M/M8N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~30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0 mA (apagado por AXP2101)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261966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SX1276 a 20 dBm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~120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~0.001 mA (sleep mode)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715828"/>
                  </a:ext>
                </a:extLst>
              </a:tr>
              <a:tr h="88364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AXP2101 + circuito</a:t>
                      </a:r>
                      <a:b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base </a:t>
                      </a:r>
                      <a:endParaRPr lang="es-CR" sz="2500" b="0" i="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~2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~0.001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087274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Total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~232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~0.012 mA </a:t>
                      </a:r>
                      <a:endParaRPr lang="es-CR" sz="2500" b="0" i="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904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39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6C0E4-C999-0412-5CBD-E0B2DC2C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D1E7DA-3E9B-D74C-1D89-FF9806807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Presupuesto y Costos estimado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D34C1A-8214-43FE-7EF4-B857ACA4B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86" y="1863866"/>
            <a:ext cx="5471781" cy="470573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84B345E-DE97-812A-C0F7-A4B01638DC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5303"/>
          <a:stretch>
            <a:fillRect/>
          </a:stretch>
        </p:blipFill>
        <p:spPr>
          <a:xfrm>
            <a:off x="6384835" y="1969222"/>
            <a:ext cx="5589809" cy="145977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4EC9333-63C8-45F8-6FB0-1421F637E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835" y="3822265"/>
            <a:ext cx="5544931" cy="13446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ED4F8DD-2914-7081-05DB-BC7566F94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7278" y="5281462"/>
            <a:ext cx="1614722" cy="16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6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37736-D2C6-7FCB-E926-6B63105F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9BE3D6-ECDE-702B-E67A-14CFD02F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Presupuesto y Costos estimado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B7D8382-BAC0-57E8-38D0-2A2E22C97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09" y="2637973"/>
            <a:ext cx="4414643" cy="2483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7CB26FD-CBE6-42B2-93F3-4B912FDC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589"/>
          <a:stretch>
            <a:fillRect/>
          </a:stretch>
        </p:blipFill>
        <p:spPr>
          <a:xfrm>
            <a:off x="5017289" y="2559221"/>
            <a:ext cx="7174711" cy="256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3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F1F69-8272-BFBC-FA9A-270BCB76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9D4FC2-E5F8-4244-3573-C5F7388F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Validación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funcional</a:t>
            </a:r>
            <a:r>
              <a:rPr lang="en-US" sz="4000" dirty="0">
                <a:solidFill>
                  <a:srgbClr val="FFFFFF"/>
                </a:solidFill>
              </a:rPr>
              <a:t> del </a:t>
            </a:r>
            <a:r>
              <a:rPr lang="en-US" sz="4000" dirty="0" err="1">
                <a:solidFill>
                  <a:srgbClr val="FFFFFF"/>
                </a:solidFill>
              </a:rPr>
              <a:t>sistema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E20C6AC-231C-4557-5836-2DE0A1B5A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919951"/>
              </p:ext>
            </p:extLst>
          </p:nvPr>
        </p:nvGraphicFramePr>
        <p:xfrm>
          <a:off x="699714" y="2016086"/>
          <a:ext cx="4412113" cy="426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113">
                  <a:extLst>
                    <a:ext uri="{9D8B030D-6E8A-4147-A177-3AD203B41FA5}">
                      <a16:colId xmlns:a16="http://schemas.microsoft.com/office/drawing/2014/main" val="1671293762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r>
                        <a:rPr lang="es-MX" dirty="0"/>
                        <a:t>Pruebas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5516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/>
                        <a:t>Inicializar AXP2101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998804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/>
                        <a:t>GPS UART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740570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 err="1"/>
                        <a:t>Recepcion</a:t>
                      </a:r>
                      <a:r>
                        <a:rPr lang="es-MX" dirty="0"/>
                        <a:t> NMEA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02676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 err="1"/>
                        <a:t>Transmision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LoRa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607830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 err="1"/>
                        <a:t>Recepcion</a:t>
                      </a:r>
                      <a:r>
                        <a:rPr lang="es-MX" dirty="0"/>
                        <a:t> </a:t>
                      </a:r>
                      <a:r>
                        <a:rPr lang="es-MX" dirty="0" err="1"/>
                        <a:t>iGate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618784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 err="1"/>
                        <a:t>Publicacion</a:t>
                      </a:r>
                      <a:r>
                        <a:rPr lang="es-MX" dirty="0"/>
                        <a:t> APRS.fi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084830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/>
                        <a:t>Deep Sleep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177551"/>
                  </a:ext>
                </a:extLst>
              </a:tr>
              <a:tr h="473725">
                <a:tc>
                  <a:txBody>
                    <a:bodyPr/>
                    <a:lstStyle/>
                    <a:p>
                      <a:r>
                        <a:rPr lang="es-MX" dirty="0"/>
                        <a:t>FSM completa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014690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83D0A0FC-D0B2-FEE6-0936-133CA4FA5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3" t="35341" r="24218" b="30924"/>
          <a:stretch>
            <a:fillRect/>
          </a:stretch>
        </p:blipFill>
        <p:spPr>
          <a:xfrm>
            <a:off x="5405007" y="2016086"/>
            <a:ext cx="6488724" cy="426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26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96E06-D3C3-DD6A-6956-5D082EE9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5CCF60-79A2-440A-86A2-1A64A59F7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2162BA-EECD-43E0-99D9-C00B194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60DB805-F71F-46BB-A8CC-74F6D8306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F91054C-3439-420E-88EB-F0A5637EC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856A6C-A407-A351-30F2-D2D7BF17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40" y="2759383"/>
            <a:ext cx="2895573" cy="28342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Resultados experimentales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3B9D55-D200-28FC-50D2-77C626C6A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25" r="55721" b="56333"/>
          <a:stretch>
            <a:fillRect/>
          </a:stretch>
        </p:blipFill>
        <p:spPr>
          <a:xfrm>
            <a:off x="4625969" y="168292"/>
            <a:ext cx="3098272" cy="370725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7CC0C52-B52B-6C85-9F93-55C24D1AC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2603"/>
          <a:stretch>
            <a:fillRect/>
          </a:stretch>
        </p:blipFill>
        <p:spPr>
          <a:xfrm>
            <a:off x="8345307" y="168292"/>
            <a:ext cx="3427442" cy="371023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D6F220B-0C99-595B-1A6A-890E239015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" r="1" b="1361"/>
          <a:stretch>
            <a:fillRect/>
          </a:stretch>
        </p:blipFill>
        <p:spPr>
          <a:xfrm>
            <a:off x="4143840" y="4349427"/>
            <a:ext cx="4186766" cy="22166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68FD322-26BF-E94D-A5E2-609B9C0F47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9" r="14241" b="41884"/>
          <a:stretch>
            <a:fillRect/>
          </a:stretch>
        </p:blipFill>
        <p:spPr>
          <a:xfrm>
            <a:off x="8460089" y="4349427"/>
            <a:ext cx="3497997" cy="220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D8D1DC5-1A75-FD9F-BC71-4BD07377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601" y="-821485"/>
            <a:ext cx="8910986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Recomendaciones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3DB668A-5834-82A5-2178-8F79070C5ED8}"/>
              </a:ext>
            </a:extLst>
          </p:cNvPr>
          <p:cNvSpPr txBox="1"/>
          <p:nvPr/>
        </p:nvSpPr>
        <p:spPr>
          <a:xfrm>
            <a:off x="201967" y="1687820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Verificar</a:t>
            </a:r>
            <a:r>
              <a:rPr lang="en-US" sz="2000" dirty="0"/>
              <a:t> la </a:t>
            </a:r>
            <a:r>
              <a:rPr lang="en-US" sz="2000" dirty="0" err="1"/>
              <a:t>conformidad</a:t>
            </a:r>
            <a:r>
              <a:rPr lang="en-US" sz="2000" dirty="0"/>
              <a:t> de las </a:t>
            </a:r>
            <a:r>
              <a:rPr lang="en-US" sz="2000" dirty="0" err="1"/>
              <a:t>tramas</a:t>
            </a:r>
            <a:r>
              <a:rPr lang="en-US" sz="2000" dirty="0"/>
              <a:t> </a:t>
            </a:r>
            <a:r>
              <a:rPr lang="en-US" sz="2000" dirty="0" err="1"/>
              <a:t>transmitidas</a:t>
            </a:r>
            <a:r>
              <a:rPr lang="en-US" sz="2000" dirty="0"/>
              <a:t> con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estándar</a:t>
            </a:r>
            <a:r>
              <a:rPr lang="en-US" sz="2000" dirty="0"/>
              <a:t> APRS.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Optimizar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parámetros</a:t>
            </a:r>
            <a:r>
              <a:rPr lang="en-US" sz="2000" dirty="0"/>
              <a:t> de </a:t>
            </a:r>
            <a:r>
              <a:rPr lang="en-US" sz="2000" dirty="0" err="1"/>
              <a:t>transmisión</a:t>
            </a:r>
            <a:r>
              <a:rPr lang="en-US" sz="2000" dirty="0"/>
              <a:t> y la </a:t>
            </a:r>
            <a:r>
              <a:rPr lang="en-US" sz="2000" dirty="0" err="1"/>
              <a:t>estrategia</a:t>
            </a:r>
            <a:r>
              <a:rPr lang="en-US" sz="2000" dirty="0"/>
              <a:t> de </a:t>
            </a:r>
            <a:r>
              <a:rPr lang="en-US" sz="2000" dirty="0" err="1"/>
              <a:t>actualización</a:t>
            </a:r>
            <a:r>
              <a:rPr lang="en-US" sz="2000" dirty="0"/>
              <a:t> de </a:t>
            </a:r>
            <a:r>
              <a:rPr lang="en-US" sz="2000" dirty="0" err="1"/>
              <a:t>posición</a:t>
            </a:r>
            <a:r>
              <a:rPr lang="en-US" sz="2000" dirty="0"/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58FEEB3-D8FF-B3B3-3F8C-DC089780A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570" y="1134738"/>
            <a:ext cx="6586595" cy="38860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4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ABB79-478A-5F4E-FDED-9EE4996E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R" sz="540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CB68CE-BFC7-5FC7-3246-7888AE5AF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s-CR" sz="2000" dirty="0" err="1"/>
              <a:t>LoRa</a:t>
            </a:r>
            <a:r>
              <a:rPr lang="es-CR" sz="2000" dirty="0"/>
              <a:t> permite rastreo vehicular sin red celular</a:t>
            </a:r>
          </a:p>
          <a:p>
            <a:r>
              <a:rPr lang="es-CR" sz="2000" dirty="0"/>
              <a:t>Integración en T-Beam simplifica el hardware</a:t>
            </a:r>
          </a:p>
          <a:p>
            <a:r>
              <a:rPr lang="es-CR" sz="2000" dirty="0"/>
              <a:t>FSM optimiza el consumo energético</a:t>
            </a:r>
          </a:p>
          <a:p>
            <a:r>
              <a:rPr lang="es-CR" sz="2000" dirty="0"/>
              <a:t>Autonomía de varias semanas validada</a:t>
            </a:r>
          </a:p>
          <a:p>
            <a:r>
              <a:rPr lang="es-CR" sz="2000" dirty="0"/>
              <a:t>Sistema escalable hacia APRS</a:t>
            </a:r>
          </a:p>
        </p:txBody>
      </p:sp>
      <p:pic>
        <p:nvPicPr>
          <p:cNvPr id="3074" name="Picture 2" descr="Beneficios del GPS para tu empresa de camiones de carga">
            <a:extLst>
              <a:ext uri="{FF2B5EF4-FFF2-40B4-BE49-F238E27FC236}">
                <a16:creationId xmlns:a16="http://schemas.microsoft.com/office/drawing/2014/main" id="{66313E53-20A6-A60E-0C12-8AA758924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" r="33465" b="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285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417</Words>
  <Application>Microsoft Office PowerPoint</Application>
  <PresentationFormat>Panorámica</PresentationFormat>
  <Paragraphs>121</Paragraphs>
  <Slides>20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Tema de Office</vt:lpstr>
      <vt:lpstr>Sistema Tracker LoRa/APRS para monitoreo de camiones</vt:lpstr>
      <vt:lpstr>Problema Rastreo de vehículos que transportan pipas de gas</vt:lpstr>
      <vt:lpstr>Solucion </vt:lpstr>
      <vt:lpstr>Objetivos</vt:lpstr>
      <vt:lpstr>Arquitectura del Sistema</vt:lpstr>
      <vt:lpstr>Diagrama de Bloques Funcionales</vt:lpstr>
      <vt:lpstr>Diagrama de la fase de arranque del sistema.</vt:lpstr>
      <vt:lpstr>Lógica adaptativa de intervalos de transmisión basada en velocidad.</vt:lpstr>
      <vt:lpstr>Ciclo de operación periódica del sistema</vt:lpstr>
      <vt:lpstr>Ruta de manejo de errores del sistema.</vt:lpstr>
      <vt:lpstr>Parámetros Configurables</vt:lpstr>
      <vt:lpstr>Parametros LoRa</vt:lpstr>
      <vt:lpstr>Formato de la Trama inicial</vt:lpstr>
      <vt:lpstr>Consumo</vt:lpstr>
      <vt:lpstr>Presupuesto y Costos estimado</vt:lpstr>
      <vt:lpstr>Presupuesto y Costos estimado</vt:lpstr>
      <vt:lpstr>Validación funcional del sistema</vt:lpstr>
      <vt:lpstr>Resultados experimentales</vt:lpstr>
      <vt:lpstr>Recomendaciones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rolando vega</dc:creator>
  <cp:lastModifiedBy>yamileth v3ga</cp:lastModifiedBy>
  <cp:revision>69</cp:revision>
  <dcterms:created xsi:type="dcterms:W3CDTF">2026-04-23T03:51:02Z</dcterms:created>
  <dcterms:modified xsi:type="dcterms:W3CDTF">2026-06-08T01:12:11Z</dcterms:modified>
</cp:coreProperties>
</file>